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0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22D59A1-3EF5-4974-A932-D6DA6655A479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691ECF9-5600-49AA-A06A-38B2E1488F9F}">
      <dgm:prSet/>
      <dgm:spPr/>
      <dgm:t>
        <a:bodyPr/>
        <a:lstStyle/>
        <a:p>
          <a:r>
            <a:rPr lang="en-US" dirty="0"/>
            <a:t>Problem and Opportunity</a:t>
          </a:r>
        </a:p>
      </dgm:t>
    </dgm:pt>
    <dgm:pt modelId="{967FF4D3-7137-43CA-9185-4A3F10878DCD}" type="parTrans" cxnId="{B94BC05F-701C-454E-ACE8-C153005835E3}">
      <dgm:prSet/>
      <dgm:spPr/>
      <dgm:t>
        <a:bodyPr/>
        <a:lstStyle/>
        <a:p>
          <a:endParaRPr lang="en-US"/>
        </a:p>
      </dgm:t>
    </dgm:pt>
    <dgm:pt modelId="{CDD24E98-A321-4445-BBEE-DC06B229363C}" type="sibTrans" cxnId="{B94BC05F-701C-454E-ACE8-C153005835E3}">
      <dgm:prSet/>
      <dgm:spPr/>
      <dgm:t>
        <a:bodyPr/>
        <a:lstStyle/>
        <a:p>
          <a:endParaRPr lang="en-US"/>
        </a:p>
      </dgm:t>
    </dgm:pt>
    <dgm:pt modelId="{B120314B-7E98-4F6B-8AD4-D0E012BE8DED}">
      <dgm:prSet/>
      <dgm:spPr/>
      <dgm:t>
        <a:bodyPr/>
        <a:lstStyle/>
        <a:p>
          <a:r>
            <a:rPr lang="en-US" dirty="0"/>
            <a:t>Delayed shipments require manual investigation</a:t>
          </a:r>
        </a:p>
      </dgm:t>
    </dgm:pt>
    <dgm:pt modelId="{BA8A9C67-FCAE-460F-ADEC-C435050FE289}" type="parTrans" cxnId="{4811A2A2-D3CB-4E4F-ADB9-E760C6A72C84}">
      <dgm:prSet/>
      <dgm:spPr/>
      <dgm:t>
        <a:bodyPr/>
        <a:lstStyle/>
        <a:p>
          <a:endParaRPr lang="en-US"/>
        </a:p>
      </dgm:t>
    </dgm:pt>
    <dgm:pt modelId="{E757CDF1-0935-43F5-8CA9-BB4F7AF4DA56}" type="sibTrans" cxnId="{4811A2A2-D3CB-4E4F-ADB9-E760C6A72C84}">
      <dgm:prSet/>
      <dgm:spPr/>
      <dgm:t>
        <a:bodyPr/>
        <a:lstStyle/>
        <a:p>
          <a:endParaRPr lang="en-US"/>
        </a:p>
      </dgm:t>
    </dgm:pt>
    <dgm:pt modelId="{0B6A0A55-782E-4B54-9666-D6C9213F4E77}">
      <dgm:prSet/>
      <dgm:spPr/>
      <dgm:t>
        <a:bodyPr/>
        <a:lstStyle/>
        <a:p>
          <a:r>
            <a:rPr lang="en-US"/>
            <a:t>The disruptions may be caused by multiple elements and need additional information for assessment</a:t>
          </a:r>
          <a:endParaRPr lang="en-US" dirty="0"/>
        </a:p>
      </dgm:t>
    </dgm:pt>
    <dgm:pt modelId="{0690CB33-FC2E-4D11-B78C-6B96F74026B2}" type="parTrans" cxnId="{D0D41B54-A3EF-4F46-B8DA-16F95E8267C4}">
      <dgm:prSet/>
      <dgm:spPr/>
      <dgm:t>
        <a:bodyPr/>
        <a:lstStyle/>
        <a:p>
          <a:endParaRPr lang="en-US"/>
        </a:p>
      </dgm:t>
    </dgm:pt>
    <dgm:pt modelId="{50A570DA-CBB4-48B0-A1A4-6A08A21C28EA}" type="sibTrans" cxnId="{D0D41B54-A3EF-4F46-B8DA-16F95E8267C4}">
      <dgm:prSet/>
      <dgm:spPr/>
      <dgm:t>
        <a:bodyPr/>
        <a:lstStyle/>
        <a:p>
          <a:endParaRPr lang="en-US"/>
        </a:p>
      </dgm:t>
    </dgm:pt>
    <dgm:pt modelId="{82F17795-63AB-436C-930B-B6BC441B5AB0}">
      <dgm:prSet/>
      <dgm:spPr/>
      <dgm:t>
        <a:bodyPr/>
        <a:lstStyle/>
        <a:p>
          <a:r>
            <a:rPr lang="en-US" dirty="0"/>
            <a:t>If there are multiple shipments, slight delays might be captured unnecessarily and needs to be filtered out  for further investigation</a:t>
          </a:r>
        </a:p>
      </dgm:t>
    </dgm:pt>
    <dgm:pt modelId="{D4446837-79FF-40FA-883F-5897AE181D3A}" type="parTrans" cxnId="{163F23C1-485F-4364-A9F1-030F1A7E9479}">
      <dgm:prSet/>
      <dgm:spPr/>
      <dgm:t>
        <a:bodyPr/>
        <a:lstStyle/>
        <a:p>
          <a:endParaRPr lang="en-US"/>
        </a:p>
      </dgm:t>
    </dgm:pt>
    <dgm:pt modelId="{9C688A11-5E56-428E-8AD5-FBFFD9BADF2A}" type="sibTrans" cxnId="{163F23C1-485F-4364-A9F1-030F1A7E9479}">
      <dgm:prSet/>
      <dgm:spPr/>
      <dgm:t>
        <a:bodyPr/>
        <a:lstStyle/>
        <a:p>
          <a:endParaRPr lang="en-US"/>
        </a:p>
      </dgm:t>
    </dgm:pt>
    <dgm:pt modelId="{1E71D6EA-7F47-4E4E-AE94-1D6E65EB867A}">
      <dgm:prSet/>
      <dgm:spPr/>
      <dgm:t>
        <a:bodyPr/>
        <a:lstStyle/>
        <a:p>
          <a:r>
            <a:rPr lang="en-US"/>
            <a:t>Critical scenarios need immediate action</a:t>
          </a:r>
          <a:endParaRPr lang="en-US" dirty="0"/>
        </a:p>
      </dgm:t>
    </dgm:pt>
    <dgm:pt modelId="{516FD0DD-EEAA-481B-9F3C-E71C3A4BB001}" type="parTrans" cxnId="{3E1B94F7-9492-4112-8D9F-ABD085325492}">
      <dgm:prSet/>
      <dgm:spPr/>
      <dgm:t>
        <a:bodyPr/>
        <a:lstStyle/>
        <a:p>
          <a:endParaRPr lang="en-US"/>
        </a:p>
      </dgm:t>
    </dgm:pt>
    <dgm:pt modelId="{5084963E-7736-4947-AB99-38E646994DC5}" type="sibTrans" cxnId="{3E1B94F7-9492-4112-8D9F-ABD085325492}">
      <dgm:prSet/>
      <dgm:spPr/>
      <dgm:t>
        <a:bodyPr/>
        <a:lstStyle/>
        <a:p>
          <a:endParaRPr lang="en-US"/>
        </a:p>
      </dgm:t>
    </dgm:pt>
    <dgm:pt modelId="{E651628B-1AAF-4E56-A0AC-D70277DCAD8D}">
      <dgm:prSet/>
      <dgm:spPr/>
      <dgm:t>
        <a:bodyPr/>
        <a:lstStyle/>
        <a:p>
          <a:r>
            <a:rPr lang="en-US"/>
            <a:t>Uncommon scenarios still need human review</a:t>
          </a:r>
          <a:endParaRPr lang="en-US" dirty="0"/>
        </a:p>
      </dgm:t>
    </dgm:pt>
    <dgm:pt modelId="{6984D6E0-1C04-4A91-A759-F79DC2667BEF}" type="parTrans" cxnId="{894CA700-0B04-45CD-87F5-E6DB3BDE8644}">
      <dgm:prSet/>
      <dgm:spPr/>
      <dgm:t>
        <a:bodyPr/>
        <a:lstStyle/>
        <a:p>
          <a:endParaRPr lang="en-US"/>
        </a:p>
      </dgm:t>
    </dgm:pt>
    <dgm:pt modelId="{EF75CD10-80F2-44B5-9DE7-50E19B2BE8D5}" type="sibTrans" cxnId="{894CA700-0B04-45CD-87F5-E6DB3BDE8644}">
      <dgm:prSet/>
      <dgm:spPr/>
      <dgm:t>
        <a:bodyPr/>
        <a:lstStyle/>
        <a:p>
          <a:endParaRPr lang="en-US"/>
        </a:p>
      </dgm:t>
    </dgm:pt>
    <dgm:pt modelId="{873257DE-7B3D-4B36-9C64-F7AC8A45B9E7}">
      <dgm:prSet/>
      <dgm:spPr/>
      <dgm:t>
        <a:bodyPr/>
        <a:lstStyle/>
        <a:p>
          <a:r>
            <a:rPr lang="en-US" dirty="0"/>
            <a:t>Opportunity</a:t>
          </a:r>
        </a:p>
      </dgm:t>
    </dgm:pt>
    <dgm:pt modelId="{71A56BC9-A249-4CB1-8FD8-DE94D19F9A03}" type="parTrans" cxnId="{6282E5CF-7503-45F0-8AEF-5206A128961C}">
      <dgm:prSet/>
      <dgm:spPr/>
      <dgm:t>
        <a:bodyPr/>
        <a:lstStyle/>
        <a:p>
          <a:endParaRPr lang="en-US"/>
        </a:p>
      </dgm:t>
    </dgm:pt>
    <dgm:pt modelId="{4F72999E-2DDF-486D-9F20-8036622EE831}" type="sibTrans" cxnId="{6282E5CF-7503-45F0-8AEF-5206A128961C}">
      <dgm:prSet/>
      <dgm:spPr/>
      <dgm:t>
        <a:bodyPr/>
        <a:lstStyle/>
        <a:p>
          <a:endParaRPr lang="en-US"/>
        </a:p>
      </dgm:t>
    </dgm:pt>
    <dgm:pt modelId="{6022B88E-7C5B-4BC5-B70F-28C82878711E}">
      <dgm:prSet/>
      <dgm:spPr/>
      <dgm:t>
        <a:bodyPr/>
        <a:lstStyle/>
        <a:p>
          <a:r>
            <a:rPr lang="en-US" dirty="0"/>
            <a:t>Using an AI agent as an assistant can help collect the necessary data faster and also perform initial investigation</a:t>
          </a:r>
        </a:p>
      </dgm:t>
    </dgm:pt>
    <dgm:pt modelId="{F17D0F6B-4D90-4AF3-9AC2-6524E18F1B21}" type="parTrans" cxnId="{9BDEE148-4142-43D3-B350-FB20C7DCE3BE}">
      <dgm:prSet/>
      <dgm:spPr/>
      <dgm:t>
        <a:bodyPr/>
        <a:lstStyle/>
        <a:p>
          <a:endParaRPr lang="en-US"/>
        </a:p>
      </dgm:t>
    </dgm:pt>
    <dgm:pt modelId="{BBBC3CD4-74B1-4BEC-B626-85BAF93E63F1}" type="sibTrans" cxnId="{9BDEE148-4142-43D3-B350-FB20C7DCE3BE}">
      <dgm:prSet/>
      <dgm:spPr/>
      <dgm:t>
        <a:bodyPr/>
        <a:lstStyle/>
        <a:p>
          <a:endParaRPr lang="en-US"/>
        </a:p>
      </dgm:t>
    </dgm:pt>
    <dgm:pt modelId="{08CB2949-3448-4308-B815-F7EFCBDE77CF}">
      <dgm:prSet/>
      <dgm:spPr/>
      <dgm:t>
        <a:bodyPr/>
        <a:lstStyle/>
        <a:p>
          <a:r>
            <a:rPr lang="en-US" dirty="0"/>
            <a:t>Given the available information, this will be a data-driven decision making  to be able to have a recommended next steps to take</a:t>
          </a:r>
        </a:p>
      </dgm:t>
    </dgm:pt>
    <dgm:pt modelId="{9176D546-8D5E-4688-9515-1BA82DC159AE}" type="parTrans" cxnId="{4C3ED102-8AF5-41D2-B0CE-06461A8D0FF0}">
      <dgm:prSet/>
      <dgm:spPr/>
      <dgm:t>
        <a:bodyPr/>
        <a:lstStyle/>
        <a:p>
          <a:endParaRPr lang="en-US"/>
        </a:p>
      </dgm:t>
    </dgm:pt>
    <dgm:pt modelId="{9B69BFBF-DC05-442E-8610-DE192140A4E5}" type="sibTrans" cxnId="{4C3ED102-8AF5-41D2-B0CE-06461A8D0FF0}">
      <dgm:prSet/>
      <dgm:spPr/>
      <dgm:t>
        <a:bodyPr/>
        <a:lstStyle/>
        <a:p>
          <a:endParaRPr lang="en-US"/>
        </a:p>
      </dgm:t>
    </dgm:pt>
    <dgm:pt modelId="{38AB89E3-0D41-4B36-9FB8-294F054D3E9A}" type="pres">
      <dgm:prSet presAssocID="{822D59A1-3EF5-4974-A932-D6DA6655A479}" presName="Name0" presStyleCnt="0">
        <dgm:presLayoutVars>
          <dgm:dir/>
          <dgm:animLvl val="lvl"/>
          <dgm:resizeHandles val="exact"/>
        </dgm:presLayoutVars>
      </dgm:prSet>
      <dgm:spPr/>
    </dgm:pt>
    <dgm:pt modelId="{FD6C6B05-30D8-447E-89D0-1921BFC8BA6B}" type="pres">
      <dgm:prSet presAssocID="{B691ECF9-5600-49AA-A06A-38B2E1488F9F}" presName="composite" presStyleCnt="0"/>
      <dgm:spPr/>
    </dgm:pt>
    <dgm:pt modelId="{8117A9C7-AA96-4CD9-8DF5-FC42C63BF512}" type="pres">
      <dgm:prSet presAssocID="{B691ECF9-5600-49AA-A06A-38B2E1488F9F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B6D600D4-97A8-4D90-9A2B-EF08F6CB5CB2}" type="pres">
      <dgm:prSet presAssocID="{B691ECF9-5600-49AA-A06A-38B2E1488F9F}" presName="desTx" presStyleLbl="alignAccFollowNode1" presStyleIdx="0" presStyleCnt="2">
        <dgm:presLayoutVars>
          <dgm:bulletEnabled val="1"/>
        </dgm:presLayoutVars>
      </dgm:prSet>
      <dgm:spPr/>
    </dgm:pt>
    <dgm:pt modelId="{11DD2AA7-279E-480D-A1C2-98919ED8C4B0}" type="pres">
      <dgm:prSet presAssocID="{CDD24E98-A321-4445-BBEE-DC06B229363C}" presName="space" presStyleCnt="0"/>
      <dgm:spPr/>
    </dgm:pt>
    <dgm:pt modelId="{A1B7A26D-D07C-476A-ADDE-52380848A0F2}" type="pres">
      <dgm:prSet presAssocID="{873257DE-7B3D-4B36-9C64-F7AC8A45B9E7}" presName="composite" presStyleCnt="0"/>
      <dgm:spPr/>
    </dgm:pt>
    <dgm:pt modelId="{A87DF417-BE29-4574-8844-DD8D009BEA48}" type="pres">
      <dgm:prSet presAssocID="{873257DE-7B3D-4B36-9C64-F7AC8A45B9E7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B4C33C3A-2DA8-4465-A10E-0B77467A1CA2}" type="pres">
      <dgm:prSet presAssocID="{873257DE-7B3D-4B36-9C64-F7AC8A45B9E7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894CA700-0B04-45CD-87F5-E6DB3BDE8644}" srcId="{B691ECF9-5600-49AA-A06A-38B2E1488F9F}" destId="{E651628B-1AAF-4E56-A0AC-D70277DCAD8D}" srcOrd="4" destOrd="0" parTransId="{6984D6E0-1C04-4A91-A759-F79DC2667BEF}" sibTransId="{EF75CD10-80F2-44B5-9DE7-50E19B2BE8D5}"/>
    <dgm:cxn modelId="{4C3ED102-8AF5-41D2-B0CE-06461A8D0FF0}" srcId="{873257DE-7B3D-4B36-9C64-F7AC8A45B9E7}" destId="{08CB2949-3448-4308-B815-F7EFCBDE77CF}" srcOrd="1" destOrd="0" parTransId="{9176D546-8D5E-4688-9515-1BA82DC159AE}" sibTransId="{9B69BFBF-DC05-442E-8610-DE192140A4E5}"/>
    <dgm:cxn modelId="{44D12812-C7EF-4F44-9F18-211FC688D354}" type="presOf" srcId="{822D59A1-3EF5-4974-A932-D6DA6655A479}" destId="{38AB89E3-0D41-4B36-9FB8-294F054D3E9A}" srcOrd="0" destOrd="0" presId="urn:microsoft.com/office/officeart/2005/8/layout/hList1"/>
    <dgm:cxn modelId="{55627918-47FE-4A91-90DE-C56890AE1983}" type="presOf" srcId="{0B6A0A55-782E-4B54-9666-D6C9213F4E77}" destId="{B6D600D4-97A8-4D90-9A2B-EF08F6CB5CB2}" srcOrd="0" destOrd="1" presId="urn:microsoft.com/office/officeart/2005/8/layout/hList1"/>
    <dgm:cxn modelId="{1EED9928-361C-44CF-A55E-C70A58CA387C}" type="presOf" srcId="{E651628B-1AAF-4E56-A0AC-D70277DCAD8D}" destId="{B6D600D4-97A8-4D90-9A2B-EF08F6CB5CB2}" srcOrd="0" destOrd="4" presId="urn:microsoft.com/office/officeart/2005/8/layout/hList1"/>
    <dgm:cxn modelId="{B94BC05F-701C-454E-ACE8-C153005835E3}" srcId="{822D59A1-3EF5-4974-A932-D6DA6655A479}" destId="{B691ECF9-5600-49AA-A06A-38B2E1488F9F}" srcOrd="0" destOrd="0" parTransId="{967FF4D3-7137-43CA-9185-4A3F10878DCD}" sibTransId="{CDD24E98-A321-4445-BBEE-DC06B229363C}"/>
    <dgm:cxn modelId="{00A2BC62-4F3A-4989-A745-C237CDEE73CF}" type="presOf" srcId="{B691ECF9-5600-49AA-A06A-38B2E1488F9F}" destId="{8117A9C7-AA96-4CD9-8DF5-FC42C63BF512}" srcOrd="0" destOrd="0" presId="urn:microsoft.com/office/officeart/2005/8/layout/hList1"/>
    <dgm:cxn modelId="{9BDEE148-4142-43D3-B350-FB20C7DCE3BE}" srcId="{873257DE-7B3D-4B36-9C64-F7AC8A45B9E7}" destId="{6022B88E-7C5B-4BC5-B70F-28C82878711E}" srcOrd="0" destOrd="0" parTransId="{F17D0F6B-4D90-4AF3-9AC2-6524E18F1B21}" sibTransId="{BBBC3CD4-74B1-4BEC-B626-85BAF93E63F1}"/>
    <dgm:cxn modelId="{A027F251-EDD7-4E4B-ACEB-102BD6CAB3D2}" type="presOf" srcId="{873257DE-7B3D-4B36-9C64-F7AC8A45B9E7}" destId="{A87DF417-BE29-4574-8844-DD8D009BEA48}" srcOrd="0" destOrd="0" presId="urn:microsoft.com/office/officeart/2005/8/layout/hList1"/>
    <dgm:cxn modelId="{D0D41B54-A3EF-4F46-B8DA-16F95E8267C4}" srcId="{B691ECF9-5600-49AA-A06A-38B2E1488F9F}" destId="{0B6A0A55-782E-4B54-9666-D6C9213F4E77}" srcOrd="1" destOrd="0" parTransId="{0690CB33-FC2E-4D11-B78C-6B96F74026B2}" sibTransId="{50A570DA-CBB4-48B0-A1A4-6A08A21C28EA}"/>
    <dgm:cxn modelId="{484E2656-2C3D-4B10-85DF-6920E34940ED}" type="presOf" srcId="{08CB2949-3448-4308-B815-F7EFCBDE77CF}" destId="{B4C33C3A-2DA8-4465-A10E-0B77467A1CA2}" srcOrd="0" destOrd="1" presId="urn:microsoft.com/office/officeart/2005/8/layout/hList1"/>
    <dgm:cxn modelId="{49F9A393-EE05-46D0-AFED-877825C1DF3E}" type="presOf" srcId="{B120314B-7E98-4F6B-8AD4-D0E012BE8DED}" destId="{B6D600D4-97A8-4D90-9A2B-EF08F6CB5CB2}" srcOrd="0" destOrd="0" presId="urn:microsoft.com/office/officeart/2005/8/layout/hList1"/>
    <dgm:cxn modelId="{8CFCF097-A42A-41DA-935F-A4774AA85BC4}" type="presOf" srcId="{1E71D6EA-7F47-4E4E-AE94-1D6E65EB867A}" destId="{B6D600D4-97A8-4D90-9A2B-EF08F6CB5CB2}" srcOrd="0" destOrd="3" presId="urn:microsoft.com/office/officeart/2005/8/layout/hList1"/>
    <dgm:cxn modelId="{4811A2A2-D3CB-4E4F-ADB9-E760C6A72C84}" srcId="{B691ECF9-5600-49AA-A06A-38B2E1488F9F}" destId="{B120314B-7E98-4F6B-8AD4-D0E012BE8DED}" srcOrd="0" destOrd="0" parTransId="{BA8A9C67-FCAE-460F-ADEC-C435050FE289}" sibTransId="{E757CDF1-0935-43F5-8CA9-BB4F7AF4DA56}"/>
    <dgm:cxn modelId="{163F23C1-485F-4364-A9F1-030F1A7E9479}" srcId="{B691ECF9-5600-49AA-A06A-38B2E1488F9F}" destId="{82F17795-63AB-436C-930B-B6BC441B5AB0}" srcOrd="2" destOrd="0" parTransId="{D4446837-79FF-40FA-883F-5897AE181D3A}" sibTransId="{9C688A11-5E56-428E-8AD5-FBFFD9BADF2A}"/>
    <dgm:cxn modelId="{6282E5CF-7503-45F0-8AEF-5206A128961C}" srcId="{822D59A1-3EF5-4974-A932-D6DA6655A479}" destId="{873257DE-7B3D-4B36-9C64-F7AC8A45B9E7}" srcOrd="1" destOrd="0" parTransId="{71A56BC9-A249-4CB1-8FD8-DE94D19F9A03}" sibTransId="{4F72999E-2DDF-486D-9F20-8036622EE831}"/>
    <dgm:cxn modelId="{F03D81D9-B73D-421E-A8B0-763AE845E9E0}" type="presOf" srcId="{6022B88E-7C5B-4BC5-B70F-28C82878711E}" destId="{B4C33C3A-2DA8-4465-A10E-0B77467A1CA2}" srcOrd="0" destOrd="0" presId="urn:microsoft.com/office/officeart/2005/8/layout/hList1"/>
    <dgm:cxn modelId="{AD3CFCEC-E5F1-4113-9C9C-0389F05D1727}" type="presOf" srcId="{82F17795-63AB-436C-930B-B6BC441B5AB0}" destId="{B6D600D4-97A8-4D90-9A2B-EF08F6CB5CB2}" srcOrd="0" destOrd="2" presId="urn:microsoft.com/office/officeart/2005/8/layout/hList1"/>
    <dgm:cxn modelId="{3E1B94F7-9492-4112-8D9F-ABD085325492}" srcId="{B691ECF9-5600-49AA-A06A-38B2E1488F9F}" destId="{1E71D6EA-7F47-4E4E-AE94-1D6E65EB867A}" srcOrd="3" destOrd="0" parTransId="{516FD0DD-EEAA-481B-9F3C-E71C3A4BB001}" sibTransId="{5084963E-7736-4947-AB99-38E646994DC5}"/>
    <dgm:cxn modelId="{7D6333B4-17BC-47B3-BAAC-24CD0C623BD3}" type="presParOf" srcId="{38AB89E3-0D41-4B36-9FB8-294F054D3E9A}" destId="{FD6C6B05-30D8-447E-89D0-1921BFC8BA6B}" srcOrd="0" destOrd="0" presId="urn:microsoft.com/office/officeart/2005/8/layout/hList1"/>
    <dgm:cxn modelId="{175FB5DD-D8F5-4AC1-8B47-79D784FECF3D}" type="presParOf" srcId="{FD6C6B05-30D8-447E-89D0-1921BFC8BA6B}" destId="{8117A9C7-AA96-4CD9-8DF5-FC42C63BF512}" srcOrd="0" destOrd="0" presId="urn:microsoft.com/office/officeart/2005/8/layout/hList1"/>
    <dgm:cxn modelId="{768B9EBA-93CA-41B8-8113-827EC6335F46}" type="presParOf" srcId="{FD6C6B05-30D8-447E-89D0-1921BFC8BA6B}" destId="{B6D600D4-97A8-4D90-9A2B-EF08F6CB5CB2}" srcOrd="1" destOrd="0" presId="urn:microsoft.com/office/officeart/2005/8/layout/hList1"/>
    <dgm:cxn modelId="{11957C54-1423-46EE-81D4-5FD7F8F9533B}" type="presParOf" srcId="{38AB89E3-0D41-4B36-9FB8-294F054D3E9A}" destId="{11DD2AA7-279E-480D-A1C2-98919ED8C4B0}" srcOrd="1" destOrd="0" presId="urn:microsoft.com/office/officeart/2005/8/layout/hList1"/>
    <dgm:cxn modelId="{B07B490C-22D1-4CF5-B2F2-1D06B51B27A3}" type="presParOf" srcId="{38AB89E3-0D41-4B36-9FB8-294F054D3E9A}" destId="{A1B7A26D-D07C-476A-ADDE-52380848A0F2}" srcOrd="2" destOrd="0" presId="urn:microsoft.com/office/officeart/2005/8/layout/hList1"/>
    <dgm:cxn modelId="{E5BD139E-A05D-4A21-A249-060920000340}" type="presParOf" srcId="{A1B7A26D-D07C-476A-ADDE-52380848A0F2}" destId="{A87DF417-BE29-4574-8844-DD8D009BEA48}" srcOrd="0" destOrd="0" presId="urn:microsoft.com/office/officeart/2005/8/layout/hList1"/>
    <dgm:cxn modelId="{A7249217-765F-4BFA-AF5B-F09AEBAB4B15}" type="presParOf" srcId="{A1B7A26D-D07C-476A-ADDE-52380848A0F2}" destId="{B4C33C3A-2DA8-4465-A10E-0B77467A1CA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43297D2-843D-496B-B90B-7BFE7CEDF978}" type="doc">
      <dgm:prSet loTypeId="urn:microsoft.com/office/officeart/2005/8/layout/hierarchy1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2E2D1C1-A220-4702-9989-A7D64D9B5D2E}">
      <dgm:prSet phldrT="[Text]" phldr="0"/>
      <dgm:spPr/>
      <dgm:t>
        <a:bodyPr/>
        <a:lstStyle/>
        <a:p>
          <a:r>
            <a:rPr lang="en-US" dirty="0"/>
            <a:t>Shipment</a:t>
          </a:r>
        </a:p>
      </dgm:t>
    </dgm:pt>
    <dgm:pt modelId="{2BD78C47-E868-4CB8-9163-C85888D3B428}" type="parTrans" cxnId="{A4DE0404-AE19-4196-8EBD-491D1935C338}">
      <dgm:prSet/>
      <dgm:spPr/>
      <dgm:t>
        <a:bodyPr/>
        <a:lstStyle/>
        <a:p>
          <a:endParaRPr lang="en-US"/>
        </a:p>
      </dgm:t>
    </dgm:pt>
    <dgm:pt modelId="{3C014E23-7DB3-48F3-8939-F33E3E1E430F}" type="sibTrans" cxnId="{A4DE0404-AE19-4196-8EBD-491D1935C338}">
      <dgm:prSet/>
      <dgm:spPr/>
      <dgm:t>
        <a:bodyPr/>
        <a:lstStyle/>
        <a:p>
          <a:endParaRPr lang="en-US"/>
        </a:p>
      </dgm:t>
    </dgm:pt>
    <dgm:pt modelId="{BA40CF34-4F92-4FB2-A095-5A29877C3E7B}">
      <dgm:prSet phldrT="[Text]" phldr="0"/>
      <dgm:spPr/>
      <dgm:t>
        <a:bodyPr/>
        <a:lstStyle/>
        <a:p>
          <a:r>
            <a:rPr lang="en-US" dirty="0"/>
            <a:t>AI Assistant</a:t>
          </a:r>
        </a:p>
      </dgm:t>
    </dgm:pt>
    <dgm:pt modelId="{5F1973DB-E217-45F5-AEB7-F2F79ABFEED6}" type="parTrans" cxnId="{C40AC2D1-B078-46B7-91D8-289C9CF1F5CF}">
      <dgm:prSet/>
      <dgm:spPr/>
      <dgm:t>
        <a:bodyPr/>
        <a:lstStyle/>
        <a:p>
          <a:endParaRPr lang="en-US"/>
        </a:p>
      </dgm:t>
    </dgm:pt>
    <dgm:pt modelId="{5A2BF893-8011-4B8C-937B-52884325B8A6}" type="sibTrans" cxnId="{C40AC2D1-B078-46B7-91D8-289C9CF1F5CF}">
      <dgm:prSet/>
      <dgm:spPr/>
      <dgm:t>
        <a:bodyPr/>
        <a:lstStyle/>
        <a:p>
          <a:endParaRPr lang="en-US"/>
        </a:p>
      </dgm:t>
    </dgm:pt>
    <dgm:pt modelId="{EDC29EDD-AE94-4E4E-B4DB-FEA643386B50}">
      <dgm:prSet phldrT="[Text]" phldr="0"/>
      <dgm:spPr/>
      <dgm:t>
        <a:bodyPr/>
        <a:lstStyle/>
        <a:p>
          <a:r>
            <a:rPr lang="en-US" dirty="0"/>
            <a:t>Assess</a:t>
          </a:r>
        </a:p>
      </dgm:t>
    </dgm:pt>
    <dgm:pt modelId="{A382DB20-1078-4DDF-BA5F-BBE908848D5E}" type="parTrans" cxnId="{12BC01F6-34E1-4E34-ACCA-B747F14BC677}">
      <dgm:prSet/>
      <dgm:spPr/>
      <dgm:t>
        <a:bodyPr/>
        <a:lstStyle/>
        <a:p>
          <a:endParaRPr lang="en-US"/>
        </a:p>
      </dgm:t>
    </dgm:pt>
    <dgm:pt modelId="{F0CAB942-B88D-4CA0-BE5B-EB7D1BDA5B1F}" type="sibTrans" cxnId="{12BC01F6-34E1-4E34-ACCA-B747F14BC677}">
      <dgm:prSet/>
      <dgm:spPr/>
      <dgm:t>
        <a:bodyPr/>
        <a:lstStyle/>
        <a:p>
          <a:endParaRPr lang="en-US"/>
        </a:p>
      </dgm:t>
    </dgm:pt>
    <dgm:pt modelId="{62CBE91B-CF08-44BB-8AB2-D69056644546}">
      <dgm:prSet phldrT="[Text]" phldr="0"/>
      <dgm:spPr/>
      <dgm:t>
        <a:bodyPr/>
        <a:lstStyle/>
        <a:p>
          <a:r>
            <a:rPr lang="en-US" dirty="0"/>
            <a:t>Investigate</a:t>
          </a:r>
        </a:p>
      </dgm:t>
    </dgm:pt>
    <dgm:pt modelId="{61706456-3056-4157-8454-EF0668B11861}" type="parTrans" cxnId="{590A04D9-B1D6-4980-A673-E284236F5C01}">
      <dgm:prSet/>
      <dgm:spPr/>
      <dgm:t>
        <a:bodyPr/>
        <a:lstStyle/>
        <a:p>
          <a:endParaRPr lang="en-US"/>
        </a:p>
      </dgm:t>
    </dgm:pt>
    <dgm:pt modelId="{97515609-54C0-461F-8D1F-7791E9C1A353}" type="sibTrans" cxnId="{590A04D9-B1D6-4980-A673-E284236F5C01}">
      <dgm:prSet/>
      <dgm:spPr/>
      <dgm:t>
        <a:bodyPr/>
        <a:lstStyle/>
        <a:p>
          <a:endParaRPr lang="en-US"/>
        </a:p>
      </dgm:t>
    </dgm:pt>
    <dgm:pt modelId="{06CB0B45-7532-4776-9FF2-F72B913822F8}">
      <dgm:prSet phldrT="[Text]" phldr="0"/>
      <dgm:spPr/>
      <dgm:t>
        <a:bodyPr/>
        <a:lstStyle/>
        <a:p>
          <a:r>
            <a:rPr lang="en-US" dirty="0"/>
            <a:t>Recommend</a:t>
          </a:r>
        </a:p>
      </dgm:t>
    </dgm:pt>
    <dgm:pt modelId="{D2A6ED6D-D237-468D-813D-4707CCED2CDA}" type="parTrans" cxnId="{4144A317-B326-4F40-A73D-D7315F3ADBE9}">
      <dgm:prSet/>
      <dgm:spPr/>
      <dgm:t>
        <a:bodyPr/>
        <a:lstStyle/>
        <a:p>
          <a:endParaRPr lang="en-US"/>
        </a:p>
      </dgm:t>
    </dgm:pt>
    <dgm:pt modelId="{95C4C50C-B0C0-425B-8060-30D0580077E3}" type="sibTrans" cxnId="{4144A317-B326-4F40-A73D-D7315F3ADBE9}">
      <dgm:prSet/>
      <dgm:spPr/>
      <dgm:t>
        <a:bodyPr/>
        <a:lstStyle/>
        <a:p>
          <a:endParaRPr lang="en-US"/>
        </a:p>
      </dgm:t>
    </dgm:pt>
    <dgm:pt modelId="{1C738718-7921-48D5-AC95-05C58ED582C0}">
      <dgm:prSet phldrT="[Text]" phldr="0"/>
      <dgm:spPr/>
      <dgm:t>
        <a:bodyPr/>
        <a:lstStyle/>
        <a:p>
          <a:r>
            <a:rPr lang="en-US"/>
            <a:t>Take Action</a:t>
          </a:r>
          <a:endParaRPr lang="en-US" dirty="0"/>
        </a:p>
      </dgm:t>
    </dgm:pt>
    <dgm:pt modelId="{7EFA9D09-75F7-40F5-BF2F-563E1F0E90FE}" type="parTrans" cxnId="{CC7DCB3C-D442-42FB-AB49-D3E3D490905D}">
      <dgm:prSet/>
      <dgm:spPr/>
      <dgm:t>
        <a:bodyPr/>
        <a:lstStyle/>
        <a:p>
          <a:endParaRPr lang="en-US"/>
        </a:p>
      </dgm:t>
    </dgm:pt>
    <dgm:pt modelId="{57F6449F-AFD6-472B-A188-712A2F3076BF}" type="sibTrans" cxnId="{CC7DCB3C-D442-42FB-AB49-D3E3D490905D}">
      <dgm:prSet/>
      <dgm:spPr/>
      <dgm:t>
        <a:bodyPr/>
        <a:lstStyle/>
        <a:p>
          <a:endParaRPr lang="en-US"/>
        </a:p>
      </dgm:t>
    </dgm:pt>
    <dgm:pt modelId="{DA48204B-B547-4369-8CD4-4D867FE23804}">
      <dgm:prSet phldrT="[Text]" phldr="0"/>
      <dgm:spPr/>
      <dgm:t>
        <a:bodyPr/>
        <a:lstStyle/>
        <a:p>
          <a:r>
            <a:rPr lang="en-US"/>
            <a:t>Human Review</a:t>
          </a:r>
          <a:endParaRPr lang="en-US" dirty="0"/>
        </a:p>
      </dgm:t>
    </dgm:pt>
    <dgm:pt modelId="{45DB8000-2256-4167-929F-C998A1DB965D}" type="parTrans" cxnId="{3B6F6B92-4335-4EE5-B81A-EE4EE104808E}">
      <dgm:prSet/>
      <dgm:spPr/>
      <dgm:t>
        <a:bodyPr/>
        <a:lstStyle/>
        <a:p>
          <a:endParaRPr lang="en-US"/>
        </a:p>
      </dgm:t>
    </dgm:pt>
    <dgm:pt modelId="{47563807-0973-41D2-B858-DF128D073C36}" type="sibTrans" cxnId="{3B6F6B92-4335-4EE5-B81A-EE4EE104808E}">
      <dgm:prSet/>
      <dgm:spPr/>
      <dgm:t>
        <a:bodyPr/>
        <a:lstStyle/>
        <a:p>
          <a:endParaRPr lang="en-US"/>
        </a:p>
      </dgm:t>
    </dgm:pt>
    <dgm:pt modelId="{D39CABF8-6A63-46D2-AD33-AC3B69BD2CF0}" type="pres">
      <dgm:prSet presAssocID="{043297D2-843D-496B-B90B-7BFE7CEDF97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8A4AB07-248B-4FC7-9EFF-CFF7B78207FD}" type="pres">
      <dgm:prSet presAssocID="{22E2D1C1-A220-4702-9989-A7D64D9B5D2E}" presName="hierRoot1" presStyleCnt="0"/>
      <dgm:spPr/>
    </dgm:pt>
    <dgm:pt modelId="{C83ED4D2-71D4-437D-8896-A6AB0774F255}" type="pres">
      <dgm:prSet presAssocID="{22E2D1C1-A220-4702-9989-A7D64D9B5D2E}" presName="composite" presStyleCnt="0"/>
      <dgm:spPr/>
    </dgm:pt>
    <dgm:pt modelId="{77646107-CB69-4938-9251-220C400D2E41}" type="pres">
      <dgm:prSet presAssocID="{22E2D1C1-A220-4702-9989-A7D64D9B5D2E}" presName="background" presStyleLbl="node0" presStyleIdx="0" presStyleCnt="1"/>
      <dgm:spPr/>
    </dgm:pt>
    <dgm:pt modelId="{2C065912-B077-4FAF-9D22-DEEF61FE3F03}" type="pres">
      <dgm:prSet presAssocID="{22E2D1C1-A220-4702-9989-A7D64D9B5D2E}" presName="text" presStyleLbl="fgAcc0" presStyleIdx="0" presStyleCnt="1">
        <dgm:presLayoutVars>
          <dgm:chPref val="3"/>
        </dgm:presLayoutVars>
      </dgm:prSet>
      <dgm:spPr/>
    </dgm:pt>
    <dgm:pt modelId="{8D94A2D6-8B22-4F38-9D1C-98C8FA4EBCB3}" type="pres">
      <dgm:prSet presAssocID="{22E2D1C1-A220-4702-9989-A7D64D9B5D2E}" presName="hierChild2" presStyleCnt="0"/>
      <dgm:spPr/>
    </dgm:pt>
    <dgm:pt modelId="{A82D48CC-3021-4550-811B-A74169E18CA8}" type="pres">
      <dgm:prSet presAssocID="{5F1973DB-E217-45F5-AEB7-F2F79ABFEED6}" presName="Name10" presStyleLbl="parChTrans1D2" presStyleIdx="0" presStyleCnt="1"/>
      <dgm:spPr/>
    </dgm:pt>
    <dgm:pt modelId="{65EFF743-05DD-4A4D-ACE0-5006AF71F185}" type="pres">
      <dgm:prSet presAssocID="{BA40CF34-4F92-4FB2-A095-5A29877C3E7B}" presName="hierRoot2" presStyleCnt="0"/>
      <dgm:spPr/>
    </dgm:pt>
    <dgm:pt modelId="{30994277-8660-4437-B11F-3DF5E608E216}" type="pres">
      <dgm:prSet presAssocID="{BA40CF34-4F92-4FB2-A095-5A29877C3E7B}" presName="composite2" presStyleCnt="0"/>
      <dgm:spPr/>
    </dgm:pt>
    <dgm:pt modelId="{21DB4E7B-FED3-4D7A-B1A4-E4EBF46A5357}" type="pres">
      <dgm:prSet presAssocID="{BA40CF34-4F92-4FB2-A095-5A29877C3E7B}" presName="background2" presStyleLbl="node2" presStyleIdx="0" presStyleCnt="1"/>
      <dgm:spPr/>
    </dgm:pt>
    <dgm:pt modelId="{DA6A7953-F6EE-41DD-B60C-2A3AA9042DD6}" type="pres">
      <dgm:prSet presAssocID="{BA40CF34-4F92-4FB2-A095-5A29877C3E7B}" presName="text2" presStyleLbl="fgAcc2" presStyleIdx="0" presStyleCnt="1">
        <dgm:presLayoutVars>
          <dgm:chPref val="3"/>
        </dgm:presLayoutVars>
      </dgm:prSet>
      <dgm:spPr/>
    </dgm:pt>
    <dgm:pt modelId="{48CA831B-3DA7-4419-93F5-9F71EBC66127}" type="pres">
      <dgm:prSet presAssocID="{BA40CF34-4F92-4FB2-A095-5A29877C3E7B}" presName="hierChild3" presStyleCnt="0"/>
      <dgm:spPr/>
    </dgm:pt>
    <dgm:pt modelId="{DF991679-FE22-4E25-B2BB-1E894AE58544}" type="pres">
      <dgm:prSet presAssocID="{A382DB20-1078-4DDF-BA5F-BBE908848D5E}" presName="Name17" presStyleLbl="parChTrans1D3" presStyleIdx="0" presStyleCnt="3"/>
      <dgm:spPr/>
    </dgm:pt>
    <dgm:pt modelId="{B42DC0EE-B1B5-409E-B671-3CAA454E9635}" type="pres">
      <dgm:prSet presAssocID="{EDC29EDD-AE94-4E4E-B4DB-FEA643386B50}" presName="hierRoot3" presStyleCnt="0"/>
      <dgm:spPr/>
    </dgm:pt>
    <dgm:pt modelId="{E84873FD-09DB-4091-9B0A-0BEE19B7C38B}" type="pres">
      <dgm:prSet presAssocID="{EDC29EDD-AE94-4E4E-B4DB-FEA643386B50}" presName="composite3" presStyleCnt="0"/>
      <dgm:spPr/>
    </dgm:pt>
    <dgm:pt modelId="{46DDFFB0-DFB4-4EBD-A846-8394D8924EAE}" type="pres">
      <dgm:prSet presAssocID="{EDC29EDD-AE94-4E4E-B4DB-FEA643386B50}" presName="background3" presStyleLbl="node3" presStyleIdx="0" presStyleCnt="3"/>
      <dgm:spPr/>
    </dgm:pt>
    <dgm:pt modelId="{05D520DA-68FD-44AD-B371-126015BF4220}" type="pres">
      <dgm:prSet presAssocID="{EDC29EDD-AE94-4E4E-B4DB-FEA643386B50}" presName="text3" presStyleLbl="fgAcc3" presStyleIdx="0" presStyleCnt="3">
        <dgm:presLayoutVars>
          <dgm:chPref val="3"/>
        </dgm:presLayoutVars>
      </dgm:prSet>
      <dgm:spPr/>
    </dgm:pt>
    <dgm:pt modelId="{5CA08CEB-9B98-43B3-AD11-A55C0307581A}" type="pres">
      <dgm:prSet presAssocID="{EDC29EDD-AE94-4E4E-B4DB-FEA643386B50}" presName="hierChild4" presStyleCnt="0"/>
      <dgm:spPr/>
    </dgm:pt>
    <dgm:pt modelId="{D597080A-8BE3-4662-BED7-F6AEF33CDC3B}" type="pres">
      <dgm:prSet presAssocID="{61706456-3056-4157-8454-EF0668B11861}" presName="Name17" presStyleLbl="parChTrans1D3" presStyleIdx="1" presStyleCnt="3"/>
      <dgm:spPr/>
    </dgm:pt>
    <dgm:pt modelId="{EF54E320-770F-46A1-BA52-2CA1F32F7BCD}" type="pres">
      <dgm:prSet presAssocID="{62CBE91B-CF08-44BB-8AB2-D69056644546}" presName="hierRoot3" presStyleCnt="0"/>
      <dgm:spPr/>
    </dgm:pt>
    <dgm:pt modelId="{2133883B-7A12-4D44-80E0-5A02C0EA0B07}" type="pres">
      <dgm:prSet presAssocID="{62CBE91B-CF08-44BB-8AB2-D69056644546}" presName="composite3" presStyleCnt="0"/>
      <dgm:spPr/>
    </dgm:pt>
    <dgm:pt modelId="{53B33475-A35C-465D-A781-9C9DCDA61705}" type="pres">
      <dgm:prSet presAssocID="{62CBE91B-CF08-44BB-8AB2-D69056644546}" presName="background3" presStyleLbl="node3" presStyleIdx="1" presStyleCnt="3"/>
      <dgm:spPr/>
    </dgm:pt>
    <dgm:pt modelId="{1F1ADDC6-072C-4367-A612-7815316DB135}" type="pres">
      <dgm:prSet presAssocID="{62CBE91B-CF08-44BB-8AB2-D69056644546}" presName="text3" presStyleLbl="fgAcc3" presStyleIdx="1" presStyleCnt="3">
        <dgm:presLayoutVars>
          <dgm:chPref val="3"/>
        </dgm:presLayoutVars>
      </dgm:prSet>
      <dgm:spPr/>
    </dgm:pt>
    <dgm:pt modelId="{95C356E2-0805-4841-B25D-80461D1554E3}" type="pres">
      <dgm:prSet presAssocID="{62CBE91B-CF08-44BB-8AB2-D69056644546}" presName="hierChild4" presStyleCnt="0"/>
      <dgm:spPr/>
    </dgm:pt>
    <dgm:pt modelId="{E51E9806-EDC3-4BBF-A1F2-9E34D44B7059}" type="pres">
      <dgm:prSet presAssocID="{7EFA9D09-75F7-40F5-BF2F-563E1F0E90FE}" presName="Name23" presStyleLbl="parChTrans1D4" presStyleIdx="0" presStyleCnt="2"/>
      <dgm:spPr/>
    </dgm:pt>
    <dgm:pt modelId="{0E49CF72-406D-4F82-90EC-2B9B2A9BF22C}" type="pres">
      <dgm:prSet presAssocID="{1C738718-7921-48D5-AC95-05C58ED582C0}" presName="hierRoot4" presStyleCnt="0"/>
      <dgm:spPr/>
    </dgm:pt>
    <dgm:pt modelId="{3B41FD3B-4E77-49E7-9F9D-C592A8ECB8AC}" type="pres">
      <dgm:prSet presAssocID="{1C738718-7921-48D5-AC95-05C58ED582C0}" presName="composite4" presStyleCnt="0"/>
      <dgm:spPr/>
    </dgm:pt>
    <dgm:pt modelId="{162D9B99-77E1-401B-9801-65C8C6D7A1AB}" type="pres">
      <dgm:prSet presAssocID="{1C738718-7921-48D5-AC95-05C58ED582C0}" presName="background4" presStyleLbl="node4" presStyleIdx="0" presStyleCnt="2"/>
      <dgm:spPr/>
    </dgm:pt>
    <dgm:pt modelId="{CE13ADCE-5D3E-406D-AD96-E24068807D68}" type="pres">
      <dgm:prSet presAssocID="{1C738718-7921-48D5-AC95-05C58ED582C0}" presName="text4" presStyleLbl="fgAcc4" presStyleIdx="0" presStyleCnt="2">
        <dgm:presLayoutVars>
          <dgm:chPref val="3"/>
        </dgm:presLayoutVars>
      </dgm:prSet>
      <dgm:spPr/>
    </dgm:pt>
    <dgm:pt modelId="{5B12A5E7-1976-4B2B-B37B-C2F32DB14426}" type="pres">
      <dgm:prSet presAssocID="{1C738718-7921-48D5-AC95-05C58ED582C0}" presName="hierChild5" presStyleCnt="0"/>
      <dgm:spPr/>
    </dgm:pt>
    <dgm:pt modelId="{4FBD3B3F-A272-4DFA-9369-1A7AE4279E03}" type="pres">
      <dgm:prSet presAssocID="{45DB8000-2256-4167-929F-C998A1DB965D}" presName="Name23" presStyleLbl="parChTrans1D4" presStyleIdx="1" presStyleCnt="2"/>
      <dgm:spPr/>
    </dgm:pt>
    <dgm:pt modelId="{5B7B567C-2BB0-46F7-8CB2-C07A85037EC6}" type="pres">
      <dgm:prSet presAssocID="{DA48204B-B547-4369-8CD4-4D867FE23804}" presName="hierRoot4" presStyleCnt="0"/>
      <dgm:spPr/>
    </dgm:pt>
    <dgm:pt modelId="{F4CBD5FA-292A-42D0-ACCA-A0EF5053EE3D}" type="pres">
      <dgm:prSet presAssocID="{DA48204B-B547-4369-8CD4-4D867FE23804}" presName="composite4" presStyleCnt="0"/>
      <dgm:spPr/>
    </dgm:pt>
    <dgm:pt modelId="{29D2AB79-1272-45EF-BA56-0649E894162D}" type="pres">
      <dgm:prSet presAssocID="{DA48204B-B547-4369-8CD4-4D867FE23804}" presName="background4" presStyleLbl="node4" presStyleIdx="1" presStyleCnt="2"/>
      <dgm:spPr/>
    </dgm:pt>
    <dgm:pt modelId="{D9F5BC77-AAA5-4C3E-8442-D37D189B31D5}" type="pres">
      <dgm:prSet presAssocID="{DA48204B-B547-4369-8CD4-4D867FE23804}" presName="text4" presStyleLbl="fgAcc4" presStyleIdx="1" presStyleCnt="2">
        <dgm:presLayoutVars>
          <dgm:chPref val="3"/>
        </dgm:presLayoutVars>
      </dgm:prSet>
      <dgm:spPr/>
    </dgm:pt>
    <dgm:pt modelId="{80AC2133-57DE-4D5C-A302-45BDFA99110C}" type="pres">
      <dgm:prSet presAssocID="{DA48204B-B547-4369-8CD4-4D867FE23804}" presName="hierChild5" presStyleCnt="0"/>
      <dgm:spPr/>
    </dgm:pt>
    <dgm:pt modelId="{454308C8-ECDF-49A6-B192-81D071CE32FA}" type="pres">
      <dgm:prSet presAssocID="{D2A6ED6D-D237-468D-813D-4707CCED2CDA}" presName="Name17" presStyleLbl="parChTrans1D3" presStyleIdx="2" presStyleCnt="3"/>
      <dgm:spPr/>
    </dgm:pt>
    <dgm:pt modelId="{FD7DEA88-E917-44A1-8E7B-17D4754F4D43}" type="pres">
      <dgm:prSet presAssocID="{06CB0B45-7532-4776-9FF2-F72B913822F8}" presName="hierRoot3" presStyleCnt="0"/>
      <dgm:spPr/>
    </dgm:pt>
    <dgm:pt modelId="{BA72742D-C9B3-4D6C-A79D-1991D4873B74}" type="pres">
      <dgm:prSet presAssocID="{06CB0B45-7532-4776-9FF2-F72B913822F8}" presName="composite3" presStyleCnt="0"/>
      <dgm:spPr/>
    </dgm:pt>
    <dgm:pt modelId="{FB598FF7-79AD-4BF5-ABAC-682F98974B54}" type="pres">
      <dgm:prSet presAssocID="{06CB0B45-7532-4776-9FF2-F72B913822F8}" presName="background3" presStyleLbl="node3" presStyleIdx="2" presStyleCnt="3"/>
      <dgm:spPr/>
    </dgm:pt>
    <dgm:pt modelId="{B30A2AA0-90EB-4ED8-9589-24AA9EB2C6E0}" type="pres">
      <dgm:prSet presAssocID="{06CB0B45-7532-4776-9FF2-F72B913822F8}" presName="text3" presStyleLbl="fgAcc3" presStyleIdx="2" presStyleCnt="3">
        <dgm:presLayoutVars>
          <dgm:chPref val="3"/>
        </dgm:presLayoutVars>
      </dgm:prSet>
      <dgm:spPr/>
    </dgm:pt>
    <dgm:pt modelId="{48C5BD24-35FB-4CE8-B3B7-115259547041}" type="pres">
      <dgm:prSet presAssocID="{06CB0B45-7532-4776-9FF2-F72B913822F8}" presName="hierChild4" presStyleCnt="0"/>
      <dgm:spPr/>
    </dgm:pt>
  </dgm:ptLst>
  <dgm:cxnLst>
    <dgm:cxn modelId="{A4DE0404-AE19-4196-8EBD-491D1935C338}" srcId="{043297D2-843D-496B-B90B-7BFE7CEDF978}" destId="{22E2D1C1-A220-4702-9989-A7D64D9B5D2E}" srcOrd="0" destOrd="0" parTransId="{2BD78C47-E868-4CB8-9163-C85888D3B428}" sibTransId="{3C014E23-7DB3-48F3-8939-F33E3E1E430F}"/>
    <dgm:cxn modelId="{B7B9BA0B-5A06-4472-8041-0203682AC173}" type="presOf" srcId="{EDC29EDD-AE94-4E4E-B4DB-FEA643386B50}" destId="{05D520DA-68FD-44AD-B371-126015BF4220}" srcOrd="0" destOrd="0" presId="urn:microsoft.com/office/officeart/2005/8/layout/hierarchy1"/>
    <dgm:cxn modelId="{81BB9212-463D-46B4-9EEB-35A93668DB22}" type="presOf" srcId="{7EFA9D09-75F7-40F5-BF2F-563E1F0E90FE}" destId="{E51E9806-EDC3-4BBF-A1F2-9E34D44B7059}" srcOrd="0" destOrd="0" presId="urn:microsoft.com/office/officeart/2005/8/layout/hierarchy1"/>
    <dgm:cxn modelId="{4144A317-B326-4F40-A73D-D7315F3ADBE9}" srcId="{BA40CF34-4F92-4FB2-A095-5A29877C3E7B}" destId="{06CB0B45-7532-4776-9FF2-F72B913822F8}" srcOrd="2" destOrd="0" parTransId="{D2A6ED6D-D237-468D-813D-4707CCED2CDA}" sibTransId="{95C4C50C-B0C0-425B-8060-30D0580077E3}"/>
    <dgm:cxn modelId="{4AD52123-DC9B-4EA2-95E7-433E2E4B4FAA}" type="presOf" srcId="{22E2D1C1-A220-4702-9989-A7D64D9B5D2E}" destId="{2C065912-B077-4FAF-9D22-DEEF61FE3F03}" srcOrd="0" destOrd="0" presId="urn:microsoft.com/office/officeart/2005/8/layout/hierarchy1"/>
    <dgm:cxn modelId="{7895F338-ED51-4CFA-8A71-DCC6E0188A79}" type="presOf" srcId="{62CBE91B-CF08-44BB-8AB2-D69056644546}" destId="{1F1ADDC6-072C-4367-A612-7815316DB135}" srcOrd="0" destOrd="0" presId="urn:microsoft.com/office/officeart/2005/8/layout/hierarchy1"/>
    <dgm:cxn modelId="{CC7DCB3C-D442-42FB-AB49-D3E3D490905D}" srcId="{62CBE91B-CF08-44BB-8AB2-D69056644546}" destId="{1C738718-7921-48D5-AC95-05C58ED582C0}" srcOrd="0" destOrd="0" parTransId="{7EFA9D09-75F7-40F5-BF2F-563E1F0E90FE}" sibTransId="{57F6449F-AFD6-472B-A188-712A2F3076BF}"/>
    <dgm:cxn modelId="{B31F1385-FE01-4915-8826-B739E4005D81}" type="presOf" srcId="{BA40CF34-4F92-4FB2-A095-5A29877C3E7B}" destId="{DA6A7953-F6EE-41DD-B60C-2A3AA9042DD6}" srcOrd="0" destOrd="0" presId="urn:microsoft.com/office/officeart/2005/8/layout/hierarchy1"/>
    <dgm:cxn modelId="{FB15FF8D-633D-4601-A99D-176E70943B16}" type="presOf" srcId="{06CB0B45-7532-4776-9FF2-F72B913822F8}" destId="{B30A2AA0-90EB-4ED8-9589-24AA9EB2C6E0}" srcOrd="0" destOrd="0" presId="urn:microsoft.com/office/officeart/2005/8/layout/hierarchy1"/>
    <dgm:cxn modelId="{3B6F6B92-4335-4EE5-B81A-EE4EE104808E}" srcId="{62CBE91B-CF08-44BB-8AB2-D69056644546}" destId="{DA48204B-B547-4369-8CD4-4D867FE23804}" srcOrd="1" destOrd="0" parTransId="{45DB8000-2256-4167-929F-C998A1DB965D}" sibTransId="{47563807-0973-41D2-B858-DF128D073C36}"/>
    <dgm:cxn modelId="{28F6EF98-42B8-44FB-B182-7726A3FCC552}" type="presOf" srcId="{45DB8000-2256-4167-929F-C998A1DB965D}" destId="{4FBD3B3F-A272-4DFA-9369-1A7AE4279E03}" srcOrd="0" destOrd="0" presId="urn:microsoft.com/office/officeart/2005/8/layout/hierarchy1"/>
    <dgm:cxn modelId="{DC39DCA4-9762-4B7E-921B-6AA83D55BB73}" type="presOf" srcId="{1C738718-7921-48D5-AC95-05C58ED582C0}" destId="{CE13ADCE-5D3E-406D-AD96-E24068807D68}" srcOrd="0" destOrd="0" presId="urn:microsoft.com/office/officeart/2005/8/layout/hierarchy1"/>
    <dgm:cxn modelId="{003B73CF-01C7-413E-9BA6-97CB0C619672}" type="presOf" srcId="{61706456-3056-4157-8454-EF0668B11861}" destId="{D597080A-8BE3-4662-BED7-F6AEF33CDC3B}" srcOrd="0" destOrd="0" presId="urn:microsoft.com/office/officeart/2005/8/layout/hierarchy1"/>
    <dgm:cxn modelId="{C40AC2D1-B078-46B7-91D8-289C9CF1F5CF}" srcId="{22E2D1C1-A220-4702-9989-A7D64D9B5D2E}" destId="{BA40CF34-4F92-4FB2-A095-5A29877C3E7B}" srcOrd="0" destOrd="0" parTransId="{5F1973DB-E217-45F5-AEB7-F2F79ABFEED6}" sibTransId="{5A2BF893-8011-4B8C-937B-52884325B8A6}"/>
    <dgm:cxn modelId="{590A04D9-B1D6-4980-A673-E284236F5C01}" srcId="{BA40CF34-4F92-4FB2-A095-5A29877C3E7B}" destId="{62CBE91B-CF08-44BB-8AB2-D69056644546}" srcOrd="1" destOrd="0" parTransId="{61706456-3056-4157-8454-EF0668B11861}" sibTransId="{97515609-54C0-461F-8D1F-7791E9C1A353}"/>
    <dgm:cxn modelId="{B5A81DE4-D488-453E-873C-AF1B8B367AF2}" type="presOf" srcId="{DA48204B-B547-4369-8CD4-4D867FE23804}" destId="{D9F5BC77-AAA5-4C3E-8442-D37D189B31D5}" srcOrd="0" destOrd="0" presId="urn:microsoft.com/office/officeart/2005/8/layout/hierarchy1"/>
    <dgm:cxn modelId="{9429B8E8-FC06-472A-95E5-6F056A4D03B0}" type="presOf" srcId="{043297D2-843D-496B-B90B-7BFE7CEDF978}" destId="{D39CABF8-6A63-46D2-AD33-AC3B69BD2CF0}" srcOrd="0" destOrd="0" presId="urn:microsoft.com/office/officeart/2005/8/layout/hierarchy1"/>
    <dgm:cxn modelId="{025BC4EF-506E-4533-9F92-8001270DA7DE}" type="presOf" srcId="{5F1973DB-E217-45F5-AEB7-F2F79ABFEED6}" destId="{A82D48CC-3021-4550-811B-A74169E18CA8}" srcOrd="0" destOrd="0" presId="urn:microsoft.com/office/officeart/2005/8/layout/hierarchy1"/>
    <dgm:cxn modelId="{12BC01F6-34E1-4E34-ACCA-B747F14BC677}" srcId="{BA40CF34-4F92-4FB2-A095-5A29877C3E7B}" destId="{EDC29EDD-AE94-4E4E-B4DB-FEA643386B50}" srcOrd="0" destOrd="0" parTransId="{A382DB20-1078-4DDF-BA5F-BBE908848D5E}" sibTransId="{F0CAB942-B88D-4CA0-BE5B-EB7D1BDA5B1F}"/>
    <dgm:cxn modelId="{D8F401F8-2CF7-491E-B9FF-22870437275A}" type="presOf" srcId="{D2A6ED6D-D237-468D-813D-4707CCED2CDA}" destId="{454308C8-ECDF-49A6-B192-81D071CE32FA}" srcOrd="0" destOrd="0" presId="urn:microsoft.com/office/officeart/2005/8/layout/hierarchy1"/>
    <dgm:cxn modelId="{0D1E9CF9-F59D-463E-974A-AB524461760D}" type="presOf" srcId="{A382DB20-1078-4DDF-BA5F-BBE908848D5E}" destId="{DF991679-FE22-4E25-B2BB-1E894AE58544}" srcOrd="0" destOrd="0" presId="urn:microsoft.com/office/officeart/2005/8/layout/hierarchy1"/>
    <dgm:cxn modelId="{CD14F72D-DF71-48CB-83B9-C56B4B48803C}" type="presParOf" srcId="{D39CABF8-6A63-46D2-AD33-AC3B69BD2CF0}" destId="{78A4AB07-248B-4FC7-9EFF-CFF7B78207FD}" srcOrd="0" destOrd="0" presId="urn:microsoft.com/office/officeart/2005/8/layout/hierarchy1"/>
    <dgm:cxn modelId="{38925061-3D10-4C84-8E30-71E00E9492AC}" type="presParOf" srcId="{78A4AB07-248B-4FC7-9EFF-CFF7B78207FD}" destId="{C83ED4D2-71D4-437D-8896-A6AB0774F255}" srcOrd="0" destOrd="0" presId="urn:microsoft.com/office/officeart/2005/8/layout/hierarchy1"/>
    <dgm:cxn modelId="{2CA980E7-4B78-4F66-9C11-E254DA788026}" type="presParOf" srcId="{C83ED4D2-71D4-437D-8896-A6AB0774F255}" destId="{77646107-CB69-4938-9251-220C400D2E41}" srcOrd="0" destOrd="0" presId="urn:microsoft.com/office/officeart/2005/8/layout/hierarchy1"/>
    <dgm:cxn modelId="{C93564DA-AE57-4DC9-8E3F-1C6B30D701F4}" type="presParOf" srcId="{C83ED4D2-71D4-437D-8896-A6AB0774F255}" destId="{2C065912-B077-4FAF-9D22-DEEF61FE3F03}" srcOrd="1" destOrd="0" presId="urn:microsoft.com/office/officeart/2005/8/layout/hierarchy1"/>
    <dgm:cxn modelId="{3E111B0D-6B45-4D2C-8534-2AA40A5EB8A1}" type="presParOf" srcId="{78A4AB07-248B-4FC7-9EFF-CFF7B78207FD}" destId="{8D94A2D6-8B22-4F38-9D1C-98C8FA4EBCB3}" srcOrd="1" destOrd="0" presId="urn:microsoft.com/office/officeart/2005/8/layout/hierarchy1"/>
    <dgm:cxn modelId="{8083D0D8-A6DA-4797-8CAD-948640514EC0}" type="presParOf" srcId="{8D94A2D6-8B22-4F38-9D1C-98C8FA4EBCB3}" destId="{A82D48CC-3021-4550-811B-A74169E18CA8}" srcOrd="0" destOrd="0" presId="urn:microsoft.com/office/officeart/2005/8/layout/hierarchy1"/>
    <dgm:cxn modelId="{B464312A-7DBA-452B-B49B-F03A7F058F57}" type="presParOf" srcId="{8D94A2D6-8B22-4F38-9D1C-98C8FA4EBCB3}" destId="{65EFF743-05DD-4A4D-ACE0-5006AF71F185}" srcOrd="1" destOrd="0" presId="urn:microsoft.com/office/officeart/2005/8/layout/hierarchy1"/>
    <dgm:cxn modelId="{35F81292-BED6-41F4-9AD1-DA871BCECA47}" type="presParOf" srcId="{65EFF743-05DD-4A4D-ACE0-5006AF71F185}" destId="{30994277-8660-4437-B11F-3DF5E608E216}" srcOrd="0" destOrd="0" presId="urn:microsoft.com/office/officeart/2005/8/layout/hierarchy1"/>
    <dgm:cxn modelId="{97EC5926-F26E-4472-BD80-21DA4F05AFE2}" type="presParOf" srcId="{30994277-8660-4437-B11F-3DF5E608E216}" destId="{21DB4E7B-FED3-4D7A-B1A4-E4EBF46A5357}" srcOrd="0" destOrd="0" presId="urn:microsoft.com/office/officeart/2005/8/layout/hierarchy1"/>
    <dgm:cxn modelId="{1A1FA70C-0ECA-4014-9A3D-516E28740452}" type="presParOf" srcId="{30994277-8660-4437-B11F-3DF5E608E216}" destId="{DA6A7953-F6EE-41DD-B60C-2A3AA9042DD6}" srcOrd="1" destOrd="0" presId="urn:microsoft.com/office/officeart/2005/8/layout/hierarchy1"/>
    <dgm:cxn modelId="{7BA16B07-55C0-4357-ADC9-07FF44516807}" type="presParOf" srcId="{65EFF743-05DD-4A4D-ACE0-5006AF71F185}" destId="{48CA831B-3DA7-4419-93F5-9F71EBC66127}" srcOrd="1" destOrd="0" presId="urn:microsoft.com/office/officeart/2005/8/layout/hierarchy1"/>
    <dgm:cxn modelId="{2AD54DED-B0D1-4063-8175-51D0DB20FF27}" type="presParOf" srcId="{48CA831B-3DA7-4419-93F5-9F71EBC66127}" destId="{DF991679-FE22-4E25-B2BB-1E894AE58544}" srcOrd="0" destOrd="0" presId="urn:microsoft.com/office/officeart/2005/8/layout/hierarchy1"/>
    <dgm:cxn modelId="{C6ED3853-E3B9-4046-99C1-A87E6205BE81}" type="presParOf" srcId="{48CA831B-3DA7-4419-93F5-9F71EBC66127}" destId="{B42DC0EE-B1B5-409E-B671-3CAA454E9635}" srcOrd="1" destOrd="0" presId="urn:microsoft.com/office/officeart/2005/8/layout/hierarchy1"/>
    <dgm:cxn modelId="{9B28B7F5-A9FD-4DC9-A331-9B363AFDEA8B}" type="presParOf" srcId="{B42DC0EE-B1B5-409E-B671-3CAA454E9635}" destId="{E84873FD-09DB-4091-9B0A-0BEE19B7C38B}" srcOrd="0" destOrd="0" presId="urn:microsoft.com/office/officeart/2005/8/layout/hierarchy1"/>
    <dgm:cxn modelId="{1EC58125-B3B5-405E-A7A5-F0A4AED89F8C}" type="presParOf" srcId="{E84873FD-09DB-4091-9B0A-0BEE19B7C38B}" destId="{46DDFFB0-DFB4-4EBD-A846-8394D8924EAE}" srcOrd="0" destOrd="0" presId="urn:microsoft.com/office/officeart/2005/8/layout/hierarchy1"/>
    <dgm:cxn modelId="{154E22DB-7B86-410A-BD80-2095937BFE65}" type="presParOf" srcId="{E84873FD-09DB-4091-9B0A-0BEE19B7C38B}" destId="{05D520DA-68FD-44AD-B371-126015BF4220}" srcOrd="1" destOrd="0" presId="urn:microsoft.com/office/officeart/2005/8/layout/hierarchy1"/>
    <dgm:cxn modelId="{0B058214-7785-4F78-87D2-9950B803B470}" type="presParOf" srcId="{B42DC0EE-B1B5-409E-B671-3CAA454E9635}" destId="{5CA08CEB-9B98-43B3-AD11-A55C0307581A}" srcOrd="1" destOrd="0" presId="urn:microsoft.com/office/officeart/2005/8/layout/hierarchy1"/>
    <dgm:cxn modelId="{268EE7A2-1365-4D14-B3F0-698E6C7EB111}" type="presParOf" srcId="{48CA831B-3DA7-4419-93F5-9F71EBC66127}" destId="{D597080A-8BE3-4662-BED7-F6AEF33CDC3B}" srcOrd="2" destOrd="0" presId="urn:microsoft.com/office/officeart/2005/8/layout/hierarchy1"/>
    <dgm:cxn modelId="{AD84BA91-5FB0-45CF-A3F3-8B7D8AD09F63}" type="presParOf" srcId="{48CA831B-3DA7-4419-93F5-9F71EBC66127}" destId="{EF54E320-770F-46A1-BA52-2CA1F32F7BCD}" srcOrd="3" destOrd="0" presId="urn:microsoft.com/office/officeart/2005/8/layout/hierarchy1"/>
    <dgm:cxn modelId="{A44600D8-1C71-4693-9D4A-DF2DE0109373}" type="presParOf" srcId="{EF54E320-770F-46A1-BA52-2CA1F32F7BCD}" destId="{2133883B-7A12-4D44-80E0-5A02C0EA0B07}" srcOrd="0" destOrd="0" presId="urn:microsoft.com/office/officeart/2005/8/layout/hierarchy1"/>
    <dgm:cxn modelId="{80FBD59C-D761-4425-8FAD-2AFA59A56F47}" type="presParOf" srcId="{2133883B-7A12-4D44-80E0-5A02C0EA0B07}" destId="{53B33475-A35C-465D-A781-9C9DCDA61705}" srcOrd="0" destOrd="0" presId="urn:microsoft.com/office/officeart/2005/8/layout/hierarchy1"/>
    <dgm:cxn modelId="{8FAF8BD3-7E05-45A2-A827-6D44F3296D5E}" type="presParOf" srcId="{2133883B-7A12-4D44-80E0-5A02C0EA0B07}" destId="{1F1ADDC6-072C-4367-A612-7815316DB135}" srcOrd="1" destOrd="0" presId="urn:microsoft.com/office/officeart/2005/8/layout/hierarchy1"/>
    <dgm:cxn modelId="{DEECA8BF-ABDD-4BED-A65B-0C3317E6B825}" type="presParOf" srcId="{EF54E320-770F-46A1-BA52-2CA1F32F7BCD}" destId="{95C356E2-0805-4841-B25D-80461D1554E3}" srcOrd="1" destOrd="0" presId="urn:microsoft.com/office/officeart/2005/8/layout/hierarchy1"/>
    <dgm:cxn modelId="{2FB4DFF3-0213-4D20-9276-3ED35F437136}" type="presParOf" srcId="{95C356E2-0805-4841-B25D-80461D1554E3}" destId="{E51E9806-EDC3-4BBF-A1F2-9E34D44B7059}" srcOrd="0" destOrd="0" presId="urn:microsoft.com/office/officeart/2005/8/layout/hierarchy1"/>
    <dgm:cxn modelId="{C35597D0-E25E-47E9-84A7-2DEEC4CF7CEA}" type="presParOf" srcId="{95C356E2-0805-4841-B25D-80461D1554E3}" destId="{0E49CF72-406D-4F82-90EC-2B9B2A9BF22C}" srcOrd="1" destOrd="0" presId="urn:microsoft.com/office/officeart/2005/8/layout/hierarchy1"/>
    <dgm:cxn modelId="{87DE41B2-B6DB-40C1-8065-A352164544FC}" type="presParOf" srcId="{0E49CF72-406D-4F82-90EC-2B9B2A9BF22C}" destId="{3B41FD3B-4E77-49E7-9F9D-C592A8ECB8AC}" srcOrd="0" destOrd="0" presId="urn:microsoft.com/office/officeart/2005/8/layout/hierarchy1"/>
    <dgm:cxn modelId="{2DE878FB-61FC-4BEE-8B77-E333633056BB}" type="presParOf" srcId="{3B41FD3B-4E77-49E7-9F9D-C592A8ECB8AC}" destId="{162D9B99-77E1-401B-9801-65C8C6D7A1AB}" srcOrd="0" destOrd="0" presId="urn:microsoft.com/office/officeart/2005/8/layout/hierarchy1"/>
    <dgm:cxn modelId="{C8D446FE-8EBA-4065-B747-F08ED18B8C9C}" type="presParOf" srcId="{3B41FD3B-4E77-49E7-9F9D-C592A8ECB8AC}" destId="{CE13ADCE-5D3E-406D-AD96-E24068807D68}" srcOrd="1" destOrd="0" presId="urn:microsoft.com/office/officeart/2005/8/layout/hierarchy1"/>
    <dgm:cxn modelId="{9FF4FAA3-E9A9-475E-9571-65B1C8D45D62}" type="presParOf" srcId="{0E49CF72-406D-4F82-90EC-2B9B2A9BF22C}" destId="{5B12A5E7-1976-4B2B-B37B-C2F32DB14426}" srcOrd="1" destOrd="0" presId="urn:microsoft.com/office/officeart/2005/8/layout/hierarchy1"/>
    <dgm:cxn modelId="{CC2AF97D-3A03-496D-9CF6-E452DCBDBE03}" type="presParOf" srcId="{95C356E2-0805-4841-B25D-80461D1554E3}" destId="{4FBD3B3F-A272-4DFA-9369-1A7AE4279E03}" srcOrd="2" destOrd="0" presId="urn:microsoft.com/office/officeart/2005/8/layout/hierarchy1"/>
    <dgm:cxn modelId="{C9F9ADC9-7316-4F9A-93A1-1DBC3A720751}" type="presParOf" srcId="{95C356E2-0805-4841-B25D-80461D1554E3}" destId="{5B7B567C-2BB0-46F7-8CB2-C07A85037EC6}" srcOrd="3" destOrd="0" presId="urn:microsoft.com/office/officeart/2005/8/layout/hierarchy1"/>
    <dgm:cxn modelId="{19FA0E22-AE17-4FD3-B295-6BC188EDD88F}" type="presParOf" srcId="{5B7B567C-2BB0-46F7-8CB2-C07A85037EC6}" destId="{F4CBD5FA-292A-42D0-ACCA-A0EF5053EE3D}" srcOrd="0" destOrd="0" presId="urn:microsoft.com/office/officeart/2005/8/layout/hierarchy1"/>
    <dgm:cxn modelId="{F5FDE2AD-43AC-4568-BA5B-1FC4730D44B4}" type="presParOf" srcId="{F4CBD5FA-292A-42D0-ACCA-A0EF5053EE3D}" destId="{29D2AB79-1272-45EF-BA56-0649E894162D}" srcOrd="0" destOrd="0" presId="urn:microsoft.com/office/officeart/2005/8/layout/hierarchy1"/>
    <dgm:cxn modelId="{481ACF3A-34F3-4257-9CBA-0A8B2B35FB26}" type="presParOf" srcId="{F4CBD5FA-292A-42D0-ACCA-A0EF5053EE3D}" destId="{D9F5BC77-AAA5-4C3E-8442-D37D189B31D5}" srcOrd="1" destOrd="0" presId="urn:microsoft.com/office/officeart/2005/8/layout/hierarchy1"/>
    <dgm:cxn modelId="{E2DCCF8B-D07B-402E-8333-A8473E789885}" type="presParOf" srcId="{5B7B567C-2BB0-46F7-8CB2-C07A85037EC6}" destId="{80AC2133-57DE-4D5C-A302-45BDFA99110C}" srcOrd="1" destOrd="0" presId="urn:microsoft.com/office/officeart/2005/8/layout/hierarchy1"/>
    <dgm:cxn modelId="{52552F70-402D-4806-8B5A-AF51B9731BA3}" type="presParOf" srcId="{48CA831B-3DA7-4419-93F5-9F71EBC66127}" destId="{454308C8-ECDF-49A6-B192-81D071CE32FA}" srcOrd="4" destOrd="0" presId="urn:microsoft.com/office/officeart/2005/8/layout/hierarchy1"/>
    <dgm:cxn modelId="{5F25E822-905E-4101-8718-F659AA34FE53}" type="presParOf" srcId="{48CA831B-3DA7-4419-93F5-9F71EBC66127}" destId="{FD7DEA88-E917-44A1-8E7B-17D4754F4D43}" srcOrd="5" destOrd="0" presId="urn:microsoft.com/office/officeart/2005/8/layout/hierarchy1"/>
    <dgm:cxn modelId="{B516BAB5-7CB6-4DF1-9D21-4B899E141CDE}" type="presParOf" srcId="{FD7DEA88-E917-44A1-8E7B-17D4754F4D43}" destId="{BA72742D-C9B3-4D6C-A79D-1991D4873B74}" srcOrd="0" destOrd="0" presId="urn:microsoft.com/office/officeart/2005/8/layout/hierarchy1"/>
    <dgm:cxn modelId="{2DA436BB-E21D-4750-AF52-54336759BFF1}" type="presParOf" srcId="{BA72742D-C9B3-4D6C-A79D-1991D4873B74}" destId="{FB598FF7-79AD-4BF5-ABAC-682F98974B54}" srcOrd="0" destOrd="0" presId="urn:microsoft.com/office/officeart/2005/8/layout/hierarchy1"/>
    <dgm:cxn modelId="{BB9D0C62-1CD7-48BA-A360-3ED1EE372464}" type="presParOf" srcId="{BA72742D-C9B3-4D6C-A79D-1991D4873B74}" destId="{B30A2AA0-90EB-4ED8-9589-24AA9EB2C6E0}" srcOrd="1" destOrd="0" presId="urn:microsoft.com/office/officeart/2005/8/layout/hierarchy1"/>
    <dgm:cxn modelId="{BBF08179-164F-4EEC-B739-657A11D7470D}" type="presParOf" srcId="{FD7DEA88-E917-44A1-8E7B-17D4754F4D43}" destId="{48C5BD24-35FB-4CE8-B3B7-11525954704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C13AD06-5808-464D-B0DB-18B44C97FF81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7DC49B2-73E4-4F6B-B7A1-BCEE972F2CBE}">
      <dgm:prSet phldrT="[Text]" phldr="0"/>
      <dgm:spPr/>
      <dgm:t>
        <a:bodyPr/>
        <a:lstStyle/>
        <a:p>
          <a:r>
            <a:rPr lang="en-US" dirty="0"/>
            <a:t>Scope</a:t>
          </a:r>
        </a:p>
      </dgm:t>
    </dgm:pt>
    <dgm:pt modelId="{A7B930ED-2464-40BE-89A8-CE17FBD822AD}" type="parTrans" cxnId="{903C448F-3377-49F4-A996-E90AD04A7855}">
      <dgm:prSet/>
      <dgm:spPr/>
      <dgm:t>
        <a:bodyPr/>
        <a:lstStyle/>
        <a:p>
          <a:endParaRPr lang="en-US"/>
        </a:p>
      </dgm:t>
    </dgm:pt>
    <dgm:pt modelId="{2BCD9F0A-FBA1-48B9-A42B-B7B98FA09DDD}" type="sibTrans" cxnId="{903C448F-3377-49F4-A996-E90AD04A7855}">
      <dgm:prSet/>
      <dgm:spPr/>
      <dgm:t>
        <a:bodyPr/>
        <a:lstStyle/>
        <a:p>
          <a:endParaRPr lang="en-US"/>
        </a:p>
      </dgm:t>
    </dgm:pt>
    <dgm:pt modelId="{049EF7B5-9907-4F32-92D0-569299A33FEB}">
      <dgm:prSet phldrT="[Text]"/>
      <dgm:spPr/>
      <dgm:t>
        <a:bodyPr/>
        <a:lstStyle/>
        <a:p>
          <a:r>
            <a:rPr lang="en-US" dirty="0"/>
            <a:t>Shipment Assessment</a:t>
          </a:r>
        </a:p>
      </dgm:t>
    </dgm:pt>
    <dgm:pt modelId="{02B10655-6899-455F-B9AA-8528E9D5B8F0}" type="parTrans" cxnId="{D9501B7C-A790-47B5-AABD-DFE4490FFC25}">
      <dgm:prSet/>
      <dgm:spPr/>
      <dgm:t>
        <a:bodyPr/>
        <a:lstStyle/>
        <a:p>
          <a:endParaRPr lang="en-US"/>
        </a:p>
      </dgm:t>
    </dgm:pt>
    <dgm:pt modelId="{C8D995DC-B5C1-4481-86AC-8A4887C2681F}" type="sibTrans" cxnId="{D9501B7C-A790-47B5-AABD-DFE4490FFC25}">
      <dgm:prSet/>
      <dgm:spPr/>
      <dgm:t>
        <a:bodyPr/>
        <a:lstStyle/>
        <a:p>
          <a:endParaRPr lang="en-US"/>
        </a:p>
      </dgm:t>
    </dgm:pt>
    <dgm:pt modelId="{865187A0-1BE6-4FF8-8C79-51EED6582ADD}">
      <dgm:prSet phldrT="[Text]" phldr="0"/>
      <dgm:spPr/>
      <dgm:t>
        <a:bodyPr/>
        <a:lstStyle/>
        <a:p>
          <a:r>
            <a:rPr lang="en-US" dirty="0"/>
            <a:t>Limitations</a:t>
          </a:r>
        </a:p>
      </dgm:t>
    </dgm:pt>
    <dgm:pt modelId="{58D19BEA-8A0A-4E44-BDF0-22078A708641}" type="parTrans" cxnId="{5B2FB902-AACF-432B-B564-5343FAC809C1}">
      <dgm:prSet/>
      <dgm:spPr/>
      <dgm:t>
        <a:bodyPr/>
        <a:lstStyle/>
        <a:p>
          <a:endParaRPr lang="en-US"/>
        </a:p>
      </dgm:t>
    </dgm:pt>
    <dgm:pt modelId="{1EF18386-39DB-4524-85B1-C657D0317524}" type="sibTrans" cxnId="{5B2FB902-AACF-432B-B564-5343FAC809C1}">
      <dgm:prSet/>
      <dgm:spPr/>
      <dgm:t>
        <a:bodyPr/>
        <a:lstStyle/>
        <a:p>
          <a:endParaRPr lang="en-US"/>
        </a:p>
      </dgm:t>
    </dgm:pt>
    <dgm:pt modelId="{D93573CC-64A9-4E8F-A411-C561405F552A}">
      <dgm:prSet phldrT="[Text]" phldr="0"/>
      <dgm:spPr/>
      <dgm:t>
        <a:bodyPr/>
        <a:lstStyle/>
        <a:p>
          <a:r>
            <a:rPr lang="en-US" dirty="0"/>
            <a:t>Mock shipping Data</a:t>
          </a:r>
        </a:p>
      </dgm:t>
    </dgm:pt>
    <dgm:pt modelId="{7673DD56-BB88-43DB-9069-B3CEA4C076AF}" type="parTrans" cxnId="{1A24664D-3F5E-405F-AE5C-84E08B4D9487}">
      <dgm:prSet/>
      <dgm:spPr/>
      <dgm:t>
        <a:bodyPr/>
        <a:lstStyle/>
        <a:p>
          <a:endParaRPr lang="en-US"/>
        </a:p>
      </dgm:t>
    </dgm:pt>
    <dgm:pt modelId="{5DE4B608-04E6-4052-98B8-1253F27BA8CF}" type="sibTrans" cxnId="{1A24664D-3F5E-405F-AE5C-84E08B4D9487}">
      <dgm:prSet/>
      <dgm:spPr/>
      <dgm:t>
        <a:bodyPr/>
        <a:lstStyle/>
        <a:p>
          <a:endParaRPr lang="en-US"/>
        </a:p>
      </dgm:t>
    </dgm:pt>
    <dgm:pt modelId="{CADFA622-88F8-4253-B615-70ED13056E30}">
      <dgm:prSet phldrT="[Text]" phldr="0"/>
      <dgm:spPr/>
      <dgm:t>
        <a:bodyPr/>
        <a:lstStyle/>
        <a:p>
          <a:r>
            <a:rPr lang="en-US" dirty="0"/>
            <a:t>Mock weather Data</a:t>
          </a:r>
        </a:p>
      </dgm:t>
    </dgm:pt>
    <dgm:pt modelId="{296BF207-DB15-4D6B-B4EE-3FBD69A8955A}" type="parTrans" cxnId="{DFF7B15A-1820-45E3-A494-D099C57AEC55}">
      <dgm:prSet/>
      <dgm:spPr/>
      <dgm:t>
        <a:bodyPr/>
        <a:lstStyle/>
        <a:p>
          <a:endParaRPr lang="en-US"/>
        </a:p>
      </dgm:t>
    </dgm:pt>
    <dgm:pt modelId="{23CD0917-9BD0-4972-996E-FFD20648BA34}" type="sibTrans" cxnId="{DFF7B15A-1820-45E3-A494-D099C57AEC55}">
      <dgm:prSet/>
      <dgm:spPr/>
      <dgm:t>
        <a:bodyPr/>
        <a:lstStyle/>
        <a:p>
          <a:endParaRPr lang="en-US"/>
        </a:p>
      </dgm:t>
    </dgm:pt>
    <dgm:pt modelId="{403FD095-01CD-47B5-9D05-1C59D61143AB}">
      <dgm:prSet phldrT="[Text]" phldr="0"/>
      <dgm:spPr/>
      <dgm:t>
        <a:bodyPr/>
        <a:lstStyle/>
        <a:p>
          <a:r>
            <a:rPr lang="en-US" dirty="0"/>
            <a:t>Nice to Have</a:t>
          </a:r>
        </a:p>
      </dgm:t>
    </dgm:pt>
    <dgm:pt modelId="{EDAA58C2-0938-43F6-9691-249CBE81215B}" type="parTrans" cxnId="{423B95C7-5097-4D22-92A8-ACF4223FE890}">
      <dgm:prSet/>
      <dgm:spPr/>
      <dgm:t>
        <a:bodyPr/>
        <a:lstStyle/>
        <a:p>
          <a:endParaRPr lang="en-US"/>
        </a:p>
      </dgm:t>
    </dgm:pt>
    <dgm:pt modelId="{88D152BF-D9F9-4075-9172-12610B9C2C66}" type="sibTrans" cxnId="{423B95C7-5097-4D22-92A8-ACF4223FE890}">
      <dgm:prSet/>
      <dgm:spPr/>
      <dgm:t>
        <a:bodyPr/>
        <a:lstStyle/>
        <a:p>
          <a:endParaRPr lang="en-US"/>
        </a:p>
      </dgm:t>
    </dgm:pt>
    <dgm:pt modelId="{BCD9393F-B378-401D-ADBA-56E06E0CC58D}">
      <dgm:prSet/>
      <dgm:spPr/>
      <dgm:t>
        <a:bodyPr/>
        <a:lstStyle/>
        <a:p>
          <a:r>
            <a:rPr lang="en-US" dirty="0"/>
            <a:t>Investigation logic</a:t>
          </a:r>
        </a:p>
      </dgm:t>
    </dgm:pt>
    <dgm:pt modelId="{19A3AF44-682F-4CEB-A443-40AB9E0B64C1}" type="parTrans" cxnId="{326DBE68-BB5C-4892-8893-3BAFCD584744}">
      <dgm:prSet/>
      <dgm:spPr/>
      <dgm:t>
        <a:bodyPr/>
        <a:lstStyle/>
        <a:p>
          <a:endParaRPr lang="en-US"/>
        </a:p>
      </dgm:t>
    </dgm:pt>
    <dgm:pt modelId="{D8AF4EFD-89B3-4158-BD54-338CDEED0A2B}" type="sibTrans" cxnId="{326DBE68-BB5C-4892-8893-3BAFCD584744}">
      <dgm:prSet/>
      <dgm:spPr/>
      <dgm:t>
        <a:bodyPr/>
        <a:lstStyle/>
        <a:p>
          <a:endParaRPr lang="en-US"/>
        </a:p>
      </dgm:t>
    </dgm:pt>
    <dgm:pt modelId="{FB8A9921-CC39-4D39-A85C-015E1F781A11}">
      <dgm:prSet/>
      <dgm:spPr/>
      <dgm:t>
        <a:bodyPr/>
        <a:lstStyle/>
        <a:p>
          <a:r>
            <a:rPr lang="en-US" dirty="0"/>
            <a:t>Weather look up</a:t>
          </a:r>
        </a:p>
      </dgm:t>
    </dgm:pt>
    <dgm:pt modelId="{FF104556-28CE-457B-9760-6225D4857EB6}" type="parTrans" cxnId="{6643C7F0-268E-4320-837E-921BD41E43F9}">
      <dgm:prSet/>
      <dgm:spPr/>
      <dgm:t>
        <a:bodyPr/>
        <a:lstStyle/>
        <a:p>
          <a:endParaRPr lang="en-US"/>
        </a:p>
      </dgm:t>
    </dgm:pt>
    <dgm:pt modelId="{54DC64C4-0FA2-42EC-8271-051E101295A3}" type="sibTrans" cxnId="{6643C7F0-268E-4320-837E-921BD41E43F9}">
      <dgm:prSet/>
      <dgm:spPr/>
      <dgm:t>
        <a:bodyPr/>
        <a:lstStyle/>
        <a:p>
          <a:endParaRPr lang="en-US"/>
        </a:p>
      </dgm:t>
    </dgm:pt>
    <dgm:pt modelId="{D9E0AC9D-358D-4D12-B66E-78802DDAC556}">
      <dgm:prSet/>
      <dgm:spPr/>
      <dgm:t>
        <a:bodyPr/>
        <a:lstStyle/>
        <a:p>
          <a:r>
            <a:rPr lang="en-US" dirty="0"/>
            <a:t>Shipment Data look up</a:t>
          </a:r>
        </a:p>
      </dgm:t>
    </dgm:pt>
    <dgm:pt modelId="{1B545E0D-8896-4D04-BE5F-7A2E4407A301}" type="parTrans" cxnId="{27C49FB8-AD33-4F2D-9D8F-FF98169961EA}">
      <dgm:prSet/>
      <dgm:spPr/>
      <dgm:t>
        <a:bodyPr/>
        <a:lstStyle/>
        <a:p>
          <a:endParaRPr lang="en-US"/>
        </a:p>
      </dgm:t>
    </dgm:pt>
    <dgm:pt modelId="{5F8025F0-189B-4D3C-A0AF-50977FD668EE}" type="sibTrans" cxnId="{27C49FB8-AD33-4F2D-9D8F-FF98169961EA}">
      <dgm:prSet/>
      <dgm:spPr/>
      <dgm:t>
        <a:bodyPr/>
        <a:lstStyle/>
        <a:p>
          <a:endParaRPr lang="en-US"/>
        </a:p>
      </dgm:t>
    </dgm:pt>
    <dgm:pt modelId="{CA37E87D-AC52-49FC-8664-B97FEB5E8EC3}">
      <dgm:prSet/>
      <dgm:spPr/>
      <dgm:t>
        <a:bodyPr/>
        <a:lstStyle/>
        <a:p>
          <a:r>
            <a:rPr lang="en-US" dirty="0"/>
            <a:t>Routes look up</a:t>
          </a:r>
        </a:p>
      </dgm:t>
    </dgm:pt>
    <dgm:pt modelId="{D2F365FB-1BC0-4047-92F4-92A629835D66}" type="parTrans" cxnId="{481DBBF1-3327-4A30-AD2E-3F43A8F80C2E}">
      <dgm:prSet/>
      <dgm:spPr/>
      <dgm:t>
        <a:bodyPr/>
        <a:lstStyle/>
        <a:p>
          <a:endParaRPr lang="en-US"/>
        </a:p>
      </dgm:t>
    </dgm:pt>
    <dgm:pt modelId="{2965EDA8-44DF-4CA5-B5CE-0AB0D241AEEF}" type="sibTrans" cxnId="{481DBBF1-3327-4A30-AD2E-3F43A8F80C2E}">
      <dgm:prSet/>
      <dgm:spPr/>
      <dgm:t>
        <a:bodyPr/>
        <a:lstStyle/>
        <a:p>
          <a:endParaRPr lang="en-US"/>
        </a:p>
      </dgm:t>
    </dgm:pt>
    <dgm:pt modelId="{29259E4D-D072-42AD-A912-C05D2049230A}">
      <dgm:prSet phldrT="[Text]" phldr="0"/>
      <dgm:spPr/>
      <dgm:t>
        <a:bodyPr/>
        <a:lstStyle/>
        <a:p>
          <a:r>
            <a:rPr lang="en-US" dirty="0"/>
            <a:t>Booking Agent</a:t>
          </a:r>
        </a:p>
      </dgm:t>
    </dgm:pt>
    <dgm:pt modelId="{50A87E80-42BE-4EC1-9541-2D2D7374044E}" type="parTrans" cxnId="{1E443F2B-780E-4636-AD5A-C5A1A75681CC}">
      <dgm:prSet/>
      <dgm:spPr/>
      <dgm:t>
        <a:bodyPr/>
        <a:lstStyle/>
        <a:p>
          <a:endParaRPr lang="en-US"/>
        </a:p>
      </dgm:t>
    </dgm:pt>
    <dgm:pt modelId="{D0B14B12-2019-4E7F-ABB0-741B670092B9}" type="sibTrans" cxnId="{1E443F2B-780E-4636-AD5A-C5A1A75681CC}">
      <dgm:prSet/>
      <dgm:spPr/>
      <dgm:t>
        <a:bodyPr/>
        <a:lstStyle/>
        <a:p>
          <a:endParaRPr lang="en-US"/>
        </a:p>
      </dgm:t>
    </dgm:pt>
    <dgm:pt modelId="{3DA771A6-3A2D-4ABC-9EBC-7AE59C2EE95D}">
      <dgm:prSet phldrT="[Text]" phldr="0"/>
      <dgm:spPr/>
      <dgm:t>
        <a:bodyPr/>
        <a:lstStyle/>
        <a:p>
          <a:r>
            <a:rPr lang="en-US" dirty="0"/>
            <a:t>Live Tracking</a:t>
          </a:r>
        </a:p>
      </dgm:t>
    </dgm:pt>
    <dgm:pt modelId="{A7EE4E4C-55E7-42FD-8F98-B398C909D9AA}" type="parTrans" cxnId="{DAD37EC2-D76D-4446-9AE1-02F529B756DE}">
      <dgm:prSet/>
      <dgm:spPr/>
      <dgm:t>
        <a:bodyPr/>
        <a:lstStyle/>
        <a:p>
          <a:endParaRPr lang="en-US"/>
        </a:p>
      </dgm:t>
    </dgm:pt>
    <dgm:pt modelId="{B8C84107-CFD1-4256-B6AC-304E2547175A}" type="sibTrans" cxnId="{DAD37EC2-D76D-4446-9AE1-02F529B756DE}">
      <dgm:prSet/>
      <dgm:spPr/>
      <dgm:t>
        <a:bodyPr/>
        <a:lstStyle/>
        <a:p>
          <a:endParaRPr lang="en-US"/>
        </a:p>
      </dgm:t>
    </dgm:pt>
    <dgm:pt modelId="{95B8D532-3339-4EFD-A4B5-17951AE47B8E}">
      <dgm:prSet/>
      <dgm:spPr/>
      <dgm:t>
        <a:bodyPr/>
        <a:lstStyle/>
        <a:p>
          <a:r>
            <a:rPr lang="en-US" dirty="0"/>
            <a:t>Confidence Assessment</a:t>
          </a:r>
        </a:p>
      </dgm:t>
    </dgm:pt>
    <dgm:pt modelId="{69033AAE-451F-4306-B259-A533694FB334}" type="parTrans" cxnId="{ECDFC142-2F2F-4602-A011-A9C49DCCEE30}">
      <dgm:prSet/>
      <dgm:spPr/>
      <dgm:t>
        <a:bodyPr/>
        <a:lstStyle/>
        <a:p>
          <a:endParaRPr lang="en-US"/>
        </a:p>
      </dgm:t>
    </dgm:pt>
    <dgm:pt modelId="{E1E751A4-2CBA-40C0-87FE-DFF7601F7567}" type="sibTrans" cxnId="{ECDFC142-2F2F-4602-A011-A9C49DCCEE30}">
      <dgm:prSet/>
      <dgm:spPr/>
      <dgm:t>
        <a:bodyPr/>
        <a:lstStyle/>
        <a:p>
          <a:endParaRPr lang="en-US"/>
        </a:p>
      </dgm:t>
    </dgm:pt>
    <dgm:pt modelId="{7399F151-521D-40C2-8B42-5B74D5202C26}">
      <dgm:prSet/>
      <dgm:spPr/>
      <dgm:t>
        <a:bodyPr/>
        <a:lstStyle/>
        <a:p>
          <a:r>
            <a:rPr lang="en-US" dirty="0"/>
            <a:t>Human Review</a:t>
          </a:r>
        </a:p>
      </dgm:t>
    </dgm:pt>
    <dgm:pt modelId="{F90582C8-2BAF-4526-917B-7CE0FF4E2342}" type="parTrans" cxnId="{076292D9-D12C-4D4A-8E39-7168FC0ECFF4}">
      <dgm:prSet/>
      <dgm:spPr/>
      <dgm:t>
        <a:bodyPr/>
        <a:lstStyle/>
        <a:p>
          <a:endParaRPr lang="en-US"/>
        </a:p>
      </dgm:t>
    </dgm:pt>
    <dgm:pt modelId="{81B9EDB9-3ABB-4D97-AB71-A15973A44E9F}" type="sibTrans" cxnId="{076292D9-D12C-4D4A-8E39-7168FC0ECFF4}">
      <dgm:prSet/>
      <dgm:spPr/>
      <dgm:t>
        <a:bodyPr/>
        <a:lstStyle/>
        <a:p>
          <a:endParaRPr lang="en-US"/>
        </a:p>
      </dgm:t>
    </dgm:pt>
    <dgm:pt modelId="{9BDD18ED-9732-48CF-82EF-2D88CC91A469}">
      <dgm:prSet/>
      <dgm:spPr/>
      <dgm:t>
        <a:bodyPr/>
        <a:lstStyle/>
        <a:p>
          <a:r>
            <a:rPr lang="en-US" dirty="0"/>
            <a:t>Recommendation</a:t>
          </a:r>
        </a:p>
      </dgm:t>
    </dgm:pt>
    <dgm:pt modelId="{EAE86EEC-AD88-4F74-AAD9-A0D885D40103}" type="parTrans" cxnId="{35A071AD-1ADA-47C2-B9E4-F5D7840396FA}">
      <dgm:prSet/>
      <dgm:spPr/>
      <dgm:t>
        <a:bodyPr/>
        <a:lstStyle/>
        <a:p>
          <a:endParaRPr lang="en-US"/>
        </a:p>
      </dgm:t>
    </dgm:pt>
    <dgm:pt modelId="{5BB9298F-1D6A-48A5-A318-3AC6A27D1ED2}" type="sibTrans" cxnId="{35A071AD-1ADA-47C2-B9E4-F5D7840396FA}">
      <dgm:prSet/>
      <dgm:spPr/>
      <dgm:t>
        <a:bodyPr/>
        <a:lstStyle/>
        <a:p>
          <a:endParaRPr lang="en-US"/>
        </a:p>
      </dgm:t>
    </dgm:pt>
    <dgm:pt modelId="{A9214082-AA66-4235-A121-79D678B67CD0}">
      <dgm:prSet/>
      <dgm:spPr/>
      <dgm:t>
        <a:bodyPr/>
        <a:lstStyle/>
        <a:p>
          <a:r>
            <a:rPr lang="en-US" dirty="0"/>
            <a:t>Multiple LLM option (manual)</a:t>
          </a:r>
        </a:p>
      </dgm:t>
    </dgm:pt>
    <dgm:pt modelId="{F88F1569-1DDF-4B8D-ADC7-B3EA2B9E8A22}" type="parTrans" cxnId="{945141B5-E852-4DFA-9BC4-656AC9D5F8FF}">
      <dgm:prSet/>
      <dgm:spPr/>
      <dgm:t>
        <a:bodyPr/>
        <a:lstStyle/>
        <a:p>
          <a:endParaRPr lang="en-US"/>
        </a:p>
      </dgm:t>
    </dgm:pt>
    <dgm:pt modelId="{DFB0994C-B54C-4BEA-B5C2-0B97BAC0FA04}" type="sibTrans" cxnId="{945141B5-E852-4DFA-9BC4-656AC9D5F8FF}">
      <dgm:prSet/>
      <dgm:spPr/>
      <dgm:t>
        <a:bodyPr/>
        <a:lstStyle/>
        <a:p>
          <a:endParaRPr lang="en-US"/>
        </a:p>
      </dgm:t>
    </dgm:pt>
    <dgm:pt modelId="{0AD6063C-CC36-4FFD-98CC-CDBC2D498511}">
      <dgm:prSet phldrT="[Text]" phldr="0"/>
      <dgm:spPr/>
      <dgm:t>
        <a:bodyPr/>
        <a:lstStyle/>
        <a:p>
          <a:r>
            <a:rPr lang="en-US" dirty="0"/>
            <a:t>Mock routes</a:t>
          </a:r>
        </a:p>
      </dgm:t>
    </dgm:pt>
    <dgm:pt modelId="{066FB8DA-3D97-40FD-ACD2-9A94026C09D2}" type="parTrans" cxnId="{DEEB861C-2CA3-4A6D-8EA7-6B9689CF75D5}">
      <dgm:prSet/>
      <dgm:spPr/>
      <dgm:t>
        <a:bodyPr/>
        <a:lstStyle/>
        <a:p>
          <a:endParaRPr lang="en-US"/>
        </a:p>
      </dgm:t>
    </dgm:pt>
    <dgm:pt modelId="{8406F021-30E1-449D-92BB-6DB78427F35E}" type="sibTrans" cxnId="{DEEB861C-2CA3-4A6D-8EA7-6B9689CF75D5}">
      <dgm:prSet/>
      <dgm:spPr/>
      <dgm:t>
        <a:bodyPr/>
        <a:lstStyle/>
        <a:p>
          <a:endParaRPr lang="en-US"/>
        </a:p>
      </dgm:t>
    </dgm:pt>
    <dgm:pt modelId="{5A826BBE-BD85-437B-B12C-406981F4C0C8}">
      <dgm:prSet phldrT="[Text]" phldr="0"/>
      <dgm:spPr/>
      <dgm:t>
        <a:bodyPr/>
        <a:lstStyle/>
        <a:p>
          <a:r>
            <a:rPr lang="en-US" dirty="0"/>
            <a:t>No action override (auto-change route or perform action)</a:t>
          </a:r>
        </a:p>
      </dgm:t>
    </dgm:pt>
    <dgm:pt modelId="{AAD379A5-1309-4313-9A09-A47CC1F8D962}" type="parTrans" cxnId="{95B1A573-F58E-49BE-A20D-9D5D2B0A2F5A}">
      <dgm:prSet/>
      <dgm:spPr/>
      <dgm:t>
        <a:bodyPr/>
        <a:lstStyle/>
        <a:p>
          <a:endParaRPr lang="en-US"/>
        </a:p>
      </dgm:t>
    </dgm:pt>
    <dgm:pt modelId="{EA6ECD21-4B17-45D4-9BF0-0261314915C9}" type="sibTrans" cxnId="{95B1A573-F58E-49BE-A20D-9D5D2B0A2F5A}">
      <dgm:prSet/>
      <dgm:spPr/>
      <dgm:t>
        <a:bodyPr/>
        <a:lstStyle/>
        <a:p>
          <a:endParaRPr lang="en-US"/>
        </a:p>
      </dgm:t>
    </dgm:pt>
    <dgm:pt modelId="{EF517265-8861-4D72-9857-9CCD0BFF8DB0}">
      <dgm:prSet phldrT="[Text]" phldr="0"/>
      <dgm:spPr/>
      <dgm:t>
        <a:bodyPr/>
        <a:lstStyle/>
        <a:p>
          <a:r>
            <a:rPr lang="en-US" dirty="0"/>
            <a:t>Analytics</a:t>
          </a:r>
        </a:p>
      </dgm:t>
    </dgm:pt>
    <dgm:pt modelId="{2A65FF5E-A652-4AE5-BC91-AE32795C6178}" type="parTrans" cxnId="{DD5BD6D8-B1D9-421C-9B54-1D1C85442613}">
      <dgm:prSet/>
      <dgm:spPr/>
      <dgm:t>
        <a:bodyPr/>
        <a:lstStyle/>
        <a:p>
          <a:endParaRPr lang="en-US"/>
        </a:p>
      </dgm:t>
    </dgm:pt>
    <dgm:pt modelId="{EA442ECC-B7C4-4BD9-BDB6-29B386F27310}" type="sibTrans" cxnId="{DD5BD6D8-B1D9-421C-9B54-1D1C85442613}">
      <dgm:prSet/>
      <dgm:spPr/>
      <dgm:t>
        <a:bodyPr/>
        <a:lstStyle/>
        <a:p>
          <a:endParaRPr lang="en-US"/>
        </a:p>
      </dgm:t>
    </dgm:pt>
    <dgm:pt modelId="{5D53A886-305D-43D5-BDAE-5CC2B38CD292}" type="pres">
      <dgm:prSet presAssocID="{CC13AD06-5808-464D-B0DB-18B44C97FF81}" presName="Name0" presStyleCnt="0">
        <dgm:presLayoutVars>
          <dgm:dir/>
          <dgm:animLvl val="lvl"/>
          <dgm:resizeHandles val="exact"/>
        </dgm:presLayoutVars>
      </dgm:prSet>
      <dgm:spPr/>
    </dgm:pt>
    <dgm:pt modelId="{BE7C6E21-9740-49AF-A990-34EC88F1E787}" type="pres">
      <dgm:prSet presAssocID="{E7DC49B2-73E4-4F6B-B7A1-BCEE972F2CBE}" presName="composite" presStyleCnt="0"/>
      <dgm:spPr/>
    </dgm:pt>
    <dgm:pt modelId="{447E353E-CCA7-4B3B-BC95-E251B20F303F}" type="pres">
      <dgm:prSet presAssocID="{E7DC49B2-73E4-4F6B-B7A1-BCEE972F2CBE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2A1FE4CC-4BAB-4BDC-867F-9A9E2E868CE0}" type="pres">
      <dgm:prSet presAssocID="{E7DC49B2-73E4-4F6B-B7A1-BCEE972F2CBE}" presName="desTx" presStyleLbl="alignAccFollowNode1" presStyleIdx="0" presStyleCnt="3">
        <dgm:presLayoutVars>
          <dgm:bulletEnabled val="1"/>
        </dgm:presLayoutVars>
      </dgm:prSet>
      <dgm:spPr/>
    </dgm:pt>
    <dgm:pt modelId="{C955BE21-D7AE-4A2F-BE49-A362C0665A58}" type="pres">
      <dgm:prSet presAssocID="{2BCD9F0A-FBA1-48B9-A42B-B7B98FA09DDD}" presName="space" presStyleCnt="0"/>
      <dgm:spPr/>
    </dgm:pt>
    <dgm:pt modelId="{84C953DC-59F9-4976-8966-92C7D47F0B2E}" type="pres">
      <dgm:prSet presAssocID="{865187A0-1BE6-4FF8-8C79-51EED6582ADD}" presName="composite" presStyleCnt="0"/>
      <dgm:spPr/>
    </dgm:pt>
    <dgm:pt modelId="{B65C6157-B738-494C-82F3-328190F6E190}" type="pres">
      <dgm:prSet presAssocID="{865187A0-1BE6-4FF8-8C79-51EED6582ADD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D9D8BA2F-93AF-4C2A-8FA7-14B4E8B8509B}" type="pres">
      <dgm:prSet presAssocID="{865187A0-1BE6-4FF8-8C79-51EED6582ADD}" presName="desTx" presStyleLbl="alignAccFollowNode1" presStyleIdx="1" presStyleCnt="3">
        <dgm:presLayoutVars>
          <dgm:bulletEnabled val="1"/>
        </dgm:presLayoutVars>
      </dgm:prSet>
      <dgm:spPr/>
    </dgm:pt>
    <dgm:pt modelId="{3F94A4C9-B199-4314-9EF9-D00B8398E51D}" type="pres">
      <dgm:prSet presAssocID="{1EF18386-39DB-4524-85B1-C657D0317524}" presName="space" presStyleCnt="0"/>
      <dgm:spPr/>
    </dgm:pt>
    <dgm:pt modelId="{DF9633ED-CCD9-4BF9-85F7-C3046AFD57AB}" type="pres">
      <dgm:prSet presAssocID="{403FD095-01CD-47B5-9D05-1C59D61143AB}" presName="composite" presStyleCnt="0"/>
      <dgm:spPr/>
    </dgm:pt>
    <dgm:pt modelId="{79EF2F2F-FF32-45A9-8B87-69F176599344}" type="pres">
      <dgm:prSet presAssocID="{403FD095-01CD-47B5-9D05-1C59D61143AB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2E83E76C-8002-4956-9A27-B9D6A2C377ED}" type="pres">
      <dgm:prSet presAssocID="{403FD095-01CD-47B5-9D05-1C59D61143AB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5B2FB902-AACF-432B-B564-5343FAC809C1}" srcId="{CC13AD06-5808-464D-B0DB-18B44C97FF81}" destId="{865187A0-1BE6-4FF8-8C79-51EED6582ADD}" srcOrd="1" destOrd="0" parTransId="{58D19BEA-8A0A-4E44-BDF0-22078A708641}" sibTransId="{1EF18386-39DB-4524-85B1-C657D0317524}"/>
    <dgm:cxn modelId="{A4FBA509-26AF-4624-AFB6-A831B1C89645}" type="presOf" srcId="{403FD095-01CD-47B5-9D05-1C59D61143AB}" destId="{79EF2F2F-FF32-45A9-8B87-69F176599344}" srcOrd="0" destOrd="0" presId="urn:microsoft.com/office/officeart/2005/8/layout/hList1"/>
    <dgm:cxn modelId="{1A2F430D-105B-4CDE-9ECB-83FA937745BF}" type="presOf" srcId="{7399F151-521D-40C2-8B42-5B74D5202C26}" destId="{2A1FE4CC-4BAB-4BDC-867F-9A9E2E868CE0}" srcOrd="0" destOrd="6" presId="urn:microsoft.com/office/officeart/2005/8/layout/hList1"/>
    <dgm:cxn modelId="{BBB50E13-D26B-47D7-8E80-A1182D9232A6}" type="presOf" srcId="{CA37E87D-AC52-49FC-8664-B97FEB5E8EC3}" destId="{2A1FE4CC-4BAB-4BDC-867F-9A9E2E868CE0}" srcOrd="0" destOrd="4" presId="urn:microsoft.com/office/officeart/2005/8/layout/hList1"/>
    <dgm:cxn modelId="{DEEB861C-2CA3-4A6D-8EA7-6B9689CF75D5}" srcId="{865187A0-1BE6-4FF8-8C79-51EED6582ADD}" destId="{0AD6063C-CC36-4FFD-98CC-CDBC2D498511}" srcOrd="2" destOrd="0" parTransId="{066FB8DA-3D97-40FD-ACD2-9A94026C09D2}" sibTransId="{8406F021-30E1-449D-92BB-6DB78427F35E}"/>
    <dgm:cxn modelId="{1E443F2B-780E-4636-AD5A-C5A1A75681CC}" srcId="{403FD095-01CD-47B5-9D05-1C59D61143AB}" destId="{29259E4D-D072-42AD-A912-C05D2049230A}" srcOrd="0" destOrd="0" parTransId="{50A87E80-42BE-4EC1-9541-2D2D7374044E}" sibTransId="{D0B14B12-2019-4E7F-ABB0-741B670092B9}"/>
    <dgm:cxn modelId="{A7C34E32-5F24-4E44-B0D5-969082B525CD}" type="presOf" srcId="{CADFA622-88F8-4253-B615-70ED13056E30}" destId="{D9D8BA2F-93AF-4C2A-8FA7-14B4E8B8509B}" srcOrd="0" destOrd="1" presId="urn:microsoft.com/office/officeart/2005/8/layout/hList1"/>
    <dgm:cxn modelId="{8E7F2762-2753-4226-9426-4A869D7E5E5D}" type="presOf" srcId="{5A826BBE-BD85-437B-B12C-406981F4C0C8}" destId="{D9D8BA2F-93AF-4C2A-8FA7-14B4E8B8509B}" srcOrd="0" destOrd="3" presId="urn:microsoft.com/office/officeart/2005/8/layout/hList1"/>
    <dgm:cxn modelId="{ECDFC142-2F2F-4602-A011-A9C49DCCEE30}" srcId="{E7DC49B2-73E4-4F6B-B7A1-BCEE972F2CBE}" destId="{95B8D532-3339-4EFD-A4B5-17951AE47B8E}" srcOrd="5" destOrd="0" parTransId="{69033AAE-451F-4306-B259-A533694FB334}" sibTransId="{E1E751A4-2CBA-40C0-87FE-DFF7601F7567}"/>
    <dgm:cxn modelId="{326DBE68-BB5C-4892-8893-3BAFCD584744}" srcId="{E7DC49B2-73E4-4F6B-B7A1-BCEE972F2CBE}" destId="{BCD9393F-B378-401D-ADBA-56E06E0CC58D}" srcOrd="1" destOrd="0" parTransId="{19A3AF44-682F-4CEB-A443-40AB9E0B64C1}" sibTransId="{D8AF4EFD-89B3-4158-BD54-338CDEED0A2B}"/>
    <dgm:cxn modelId="{4B5D7A4B-E679-4995-90A1-3B1337F84D92}" type="presOf" srcId="{D9E0AC9D-358D-4D12-B66E-78802DDAC556}" destId="{2A1FE4CC-4BAB-4BDC-867F-9A9E2E868CE0}" srcOrd="0" destOrd="3" presId="urn:microsoft.com/office/officeart/2005/8/layout/hList1"/>
    <dgm:cxn modelId="{1AD08A4B-5253-42C2-9E6F-30E0520755F5}" type="presOf" srcId="{E7DC49B2-73E4-4F6B-B7A1-BCEE972F2CBE}" destId="{447E353E-CCA7-4B3B-BC95-E251B20F303F}" srcOrd="0" destOrd="0" presId="urn:microsoft.com/office/officeart/2005/8/layout/hList1"/>
    <dgm:cxn modelId="{1A24664D-3F5E-405F-AE5C-84E08B4D9487}" srcId="{865187A0-1BE6-4FF8-8C79-51EED6582ADD}" destId="{D93573CC-64A9-4E8F-A411-C561405F552A}" srcOrd="0" destOrd="0" parTransId="{7673DD56-BB88-43DB-9069-B3CEA4C076AF}" sibTransId="{5DE4B608-04E6-4052-98B8-1253F27BA8CF}"/>
    <dgm:cxn modelId="{8B9D726E-D358-4C5E-96B6-6C29169B788D}" type="presOf" srcId="{049EF7B5-9907-4F32-92D0-569299A33FEB}" destId="{2A1FE4CC-4BAB-4BDC-867F-9A9E2E868CE0}" srcOrd="0" destOrd="0" presId="urn:microsoft.com/office/officeart/2005/8/layout/hList1"/>
    <dgm:cxn modelId="{7338786F-4FC9-477E-9159-218F25D411FA}" type="presOf" srcId="{FB8A9921-CC39-4D39-A85C-015E1F781A11}" destId="{2A1FE4CC-4BAB-4BDC-867F-9A9E2E868CE0}" srcOrd="0" destOrd="2" presId="urn:microsoft.com/office/officeart/2005/8/layout/hList1"/>
    <dgm:cxn modelId="{345C5A70-8F80-4137-850C-36AB1D79418C}" type="presOf" srcId="{9BDD18ED-9732-48CF-82EF-2D88CC91A469}" destId="{2A1FE4CC-4BAB-4BDC-867F-9A9E2E868CE0}" srcOrd="0" destOrd="7" presId="urn:microsoft.com/office/officeart/2005/8/layout/hList1"/>
    <dgm:cxn modelId="{95B1A573-F58E-49BE-A20D-9D5D2B0A2F5A}" srcId="{865187A0-1BE6-4FF8-8C79-51EED6582ADD}" destId="{5A826BBE-BD85-437B-B12C-406981F4C0C8}" srcOrd="3" destOrd="0" parTransId="{AAD379A5-1309-4313-9A09-A47CC1F8D962}" sibTransId="{EA6ECD21-4B17-45D4-9BF0-0261314915C9}"/>
    <dgm:cxn modelId="{A4122174-F7EE-480B-93AA-BD51AD7BF9B8}" type="presOf" srcId="{EF517265-8861-4D72-9857-9CCD0BFF8DB0}" destId="{2E83E76C-8002-4956-9A27-B9D6A2C377ED}" srcOrd="0" destOrd="2" presId="urn:microsoft.com/office/officeart/2005/8/layout/hList1"/>
    <dgm:cxn modelId="{74B08679-49A9-474D-AD54-2444D0FFF9BE}" type="presOf" srcId="{D93573CC-64A9-4E8F-A411-C561405F552A}" destId="{D9D8BA2F-93AF-4C2A-8FA7-14B4E8B8509B}" srcOrd="0" destOrd="0" presId="urn:microsoft.com/office/officeart/2005/8/layout/hList1"/>
    <dgm:cxn modelId="{DFF7B15A-1820-45E3-A494-D099C57AEC55}" srcId="{865187A0-1BE6-4FF8-8C79-51EED6582ADD}" destId="{CADFA622-88F8-4253-B615-70ED13056E30}" srcOrd="1" destOrd="0" parTransId="{296BF207-DB15-4D6B-B4EE-3FBD69A8955A}" sibTransId="{23CD0917-9BD0-4972-996E-FFD20648BA34}"/>
    <dgm:cxn modelId="{D9501B7C-A790-47B5-AABD-DFE4490FFC25}" srcId="{E7DC49B2-73E4-4F6B-B7A1-BCEE972F2CBE}" destId="{049EF7B5-9907-4F32-92D0-569299A33FEB}" srcOrd="0" destOrd="0" parTransId="{02B10655-6899-455F-B9AA-8528E9D5B8F0}" sibTransId="{C8D995DC-B5C1-4481-86AC-8A4887C2681F}"/>
    <dgm:cxn modelId="{903C448F-3377-49F4-A996-E90AD04A7855}" srcId="{CC13AD06-5808-464D-B0DB-18B44C97FF81}" destId="{E7DC49B2-73E4-4F6B-B7A1-BCEE972F2CBE}" srcOrd="0" destOrd="0" parTransId="{A7B930ED-2464-40BE-89A8-CE17FBD822AD}" sibTransId="{2BCD9F0A-FBA1-48B9-A42B-B7B98FA09DDD}"/>
    <dgm:cxn modelId="{35A071AD-1ADA-47C2-B9E4-F5D7840396FA}" srcId="{E7DC49B2-73E4-4F6B-B7A1-BCEE972F2CBE}" destId="{9BDD18ED-9732-48CF-82EF-2D88CC91A469}" srcOrd="7" destOrd="0" parTransId="{EAE86EEC-AD88-4F74-AAD9-A0D885D40103}" sibTransId="{5BB9298F-1D6A-48A5-A318-3AC6A27D1ED2}"/>
    <dgm:cxn modelId="{E6C749AF-AA59-4399-8718-F834B375FEFC}" type="presOf" srcId="{3DA771A6-3A2D-4ABC-9EBC-7AE59C2EE95D}" destId="{2E83E76C-8002-4956-9A27-B9D6A2C377ED}" srcOrd="0" destOrd="1" presId="urn:microsoft.com/office/officeart/2005/8/layout/hList1"/>
    <dgm:cxn modelId="{945141B5-E852-4DFA-9BC4-656AC9D5F8FF}" srcId="{E7DC49B2-73E4-4F6B-B7A1-BCEE972F2CBE}" destId="{A9214082-AA66-4235-A121-79D678B67CD0}" srcOrd="8" destOrd="0" parTransId="{F88F1569-1DDF-4B8D-ADC7-B3EA2B9E8A22}" sibTransId="{DFB0994C-B54C-4BEA-B5C2-0B97BAC0FA04}"/>
    <dgm:cxn modelId="{27C49FB8-AD33-4F2D-9D8F-FF98169961EA}" srcId="{E7DC49B2-73E4-4F6B-B7A1-BCEE972F2CBE}" destId="{D9E0AC9D-358D-4D12-B66E-78802DDAC556}" srcOrd="3" destOrd="0" parTransId="{1B545E0D-8896-4D04-BE5F-7A2E4407A301}" sibTransId="{5F8025F0-189B-4D3C-A0AF-50977FD668EE}"/>
    <dgm:cxn modelId="{F9AFE8BA-B61D-4B02-8561-4C9A82C97660}" type="presOf" srcId="{29259E4D-D072-42AD-A912-C05D2049230A}" destId="{2E83E76C-8002-4956-9A27-B9D6A2C377ED}" srcOrd="0" destOrd="0" presId="urn:microsoft.com/office/officeart/2005/8/layout/hList1"/>
    <dgm:cxn modelId="{DAD37EC2-D76D-4446-9AE1-02F529B756DE}" srcId="{403FD095-01CD-47B5-9D05-1C59D61143AB}" destId="{3DA771A6-3A2D-4ABC-9EBC-7AE59C2EE95D}" srcOrd="1" destOrd="0" parTransId="{A7EE4E4C-55E7-42FD-8F98-B398C909D9AA}" sibTransId="{B8C84107-CFD1-4256-B6AC-304E2547175A}"/>
    <dgm:cxn modelId="{423B95C7-5097-4D22-92A8-ACF4223FE890}" srcId="{CC13AD06-5808-464D-B0DB-18B44C97FF81}" destId="{403FD095-01CD-47B5-9D05-1C59D61143AB}" srcOrd="2" destOrd="0" parTransId="{EDAA58C2-0938-43F6-9691-249CBE81215B}" sibTransId="{88D152BF-D9F9-4075-9172-12610B9C2C66}"/>
    <dgm:cxn modelId="{35D1B7CF-63D5-4177-8E5A-C8BEB4FFA45C}" type="presOf" srcId="{A9214082-AA66-4235-A121-79D678B67CD0}" destId="{2A1FE4CC-4BAB-4BDC-867F-9A9E2E868CE0}" srcOrd="0" destOrd="8" presId="urn:microsoft.com/office/officeart/2005/8/layout/hList1"/>
    <dgm:cxn modelId="{A298AAD6-14F0-4E16-83F4-E3C452F6D66C}" type="presOf" srcId="{865187A0-1BE6-4FF8-8C79-51EED6582ADD}" destId="{B65C6157-B738-494C-82F3-328190F6E190}" srcOrd="0" destOrd="0" presId="urn:microsoft.com/office/officeart/2005/8/layout/hList1"/>
    <dgm:cxn modelId="{424EABD8-9EA8-4D13-A1A2-4FA57A7C454F}" type="presOf" srcId="{BCD9393F-B378-401D-ADBA-56E06E0CC58D}" destId="{2A1FE4CC-4BAB-4BDC-867F-9A9E2E868CE0}" srcOrd="0" destOrd="1" presId="urn:microsoft.com/office/officeart/2005/8/layout/hList1"/>
    <dgm:cxn modelId="{DD5BD6D8-B1D9-421C-9B54-1D1C85442613}" srcId="{403FD095-01CD-47B5-9D05-1C59D61143AB}" destId="{EF517265-8861-4D72-9857-9CCD0BFF8DB0}" srcOrd="2" destOrd="0" parTransId="{2A65FF5E-A652-4AE5-BC91-AE32795C6178}" sibTransId="{EA442ECC-B7C4-4BD9-BDB6-29B386F27310}"/>
    <dgm:cxn modelId="{076292D9-D12C-4D4A-8E39-7168FC0ECFF4}" srcId="{E7DC49B2-73E4-4F6B-B7A1-BCEE972F2CBE}" destId="{7399F151-521D-40C2-8B42-5B74D5202C26}" srcOrd="6" destOrd="0" parTransId="{F90582C8-2BAF-4526-917B-7CE0FF4E2342}" sibTransId="{81B9EDB9-3ABB-4D97-AB71-A15973A44E9F}"/>
    <dgm:cxn modelId="{F3D974E4-99C8-40B7-A3EA-6B1D4D91EC03}" type="presOf" srcId="{CC13AD06-5808-464D-B0DB-18B44C97FF81}" destId="{5D53A886-305D-43D5-BDAE-5CC2B38CD292}" srcOrd="0" destOrd="0" presId="urn:microsoft.com/office/officeart/2005/8/layout/hList1"/>
    <dgm:cxn modelId="{6643C7F0-268E-4320-837E-921BD41E43F9}" srcId="{E7DC49B2-73E4-4F6B-B7A1-BCEE972F2CBE}" destId="{FB8A9921-CC39-4D39-A85C-015E1F781A11}" srcOrd="2" destOrd="0" parTransId="{FF104556-28CE-457B-9760-6225D4857EB6}" sibTransId="{54DC64C4-0FA2-42EC-8271-051E101295A3}"/>
    <dgm:cxn modelId="{481DBBF1-3327-4A30-AD2E-3F43A8F80C2E}" srcId="{E7DC49B2-73E4-4F6B-B7A1-BCEE972F2CBE}" destId="{CA37E87D-AC52-49FC-8664-B97FEB5E8EC3}" srcOrd="4" destOrd="0" parTransId="{D2F365FB-1BC0-4047-92F4-92A629835D66}" sibTransId="{2965EDA8-44DF-4CA5-B5CE-0AB0D241AEEF}"/>
    <dgm:cxn modelId="{5EB33AFB-08EF-42C2-B564-0CBAF5688CC3}" type="presOf" srcId="{95B8D532-3339-4EFD-A4B5-17951AE47B8E}" destId="{2A1FE4CC-4BAB-4BDC-867F-9A9E2E868CE0}" srcOrd="0" destOrd="5" presId="urn:microsoft.com/office/officeart/2005/8/layout/hList1"/>
    <dgm:cxn modelId="{6B2E1EFF-55F2-4914-B306-18AFA2AABD8D}" type="presOf" srcId="{0AD6063C-CC36-4FFD-98CC-CDBC2D498511}" destId="{D9D8BA2F-93AF-4C2A-8FA7-14B4E8B8509B}" srcOrd="0" destOrd="2" presId="urn:microsoft.com/office/officeart/2005/8/layout/hList1"/>
    <dgm:cxn modelId="{35075577-22ED-4794-A3BC-10EF135ACB53}" type="presParOf" srcId="{5D53A886-305D-43D5-BDAE-5CC2B38CD292}" destId="{BE7C6E21-9740-49AF-A990-34EC88F1E787}" srcOrd="0" destOrd="0" presId="urn:microsoft.com/office/officeart/2005/8/layout/hList1"/>
    <dgm:cxn modelId="{ECD6CE2D-7D38-4093-BF49-9B99C101AD9D}" type="presParOf" srcId="{BE7C6E21-9740-49AF-A990-34EC88F1E787}" destId="{447E353E-CCA7-4B3B-BC95-E251B20F303F}" srcOrd="0" destOrd="0" presId="urn:microsoft.com/office/officeart/2005/8/layout/hList1"/>
    <dgm:cxn modelId="{69C62A99-DD30-4607-B646-CFBCF24281F5}" type="presParOf" srcId="{BE7C6E21-9740-49AF-A990-34EC88F1E787}" destId="{2A1FE4CC-4BAB-4BDC-867F-9A9E2E868CE0}" srcOrd="1" destOrd="0" presId="urn:microsoft.com/office/officeart/2005/8/layout/hList1"/>
    <dgm:cxn modelId="{56189038-E37E-42B1-845B-A00E7AC56955}" type="presParOf" srcId="{5D53A886-305D-43D5-BDAE-5CC2B38CD292}" destId="{C955BE21-D7AE-4A2F-BE49-A362C0665A58}" srcOrd="1" destOrd="0" presId="urn:microsoft.com/office/officeart/2005/8/layout/hList1"/>
    <dgm:cxn modelId="{26B86418-B8AC-40BA-B555-C7A56AF76B56}" type="presParOf" srcId="{5D53A886-305D-43D5-BDAE-5CC2B38CD292}" destId="{84C953DC-59F9-4976-8966-92C7D47F0B2E}" srcOrd="2" destOrd="0" presId="urn:microsoft.com/office/officeart/2005/8/layout/hList1"/>
    <dgm:cxn modelId="{D092C5B9-ADD5-42FF-973C-19ADBDD5A333}" type="presParOf" srcId="{84C953DC-59F9-4976-8966-92C7D47F0B2E}" destId="{B65C6157-B738-494C-82F3-328190F6E190}" srcOrd="0" destOrd="0" presId="urn:microsoft.com/office/officeart/2005/8/layout/hList1"/>
    <dgm:cxn modelId="{26CCF49C-61C2-4DB7-9388-5B0A12F87A6D}" type="presParOf" srcId="{84C953DC-59F9-4976-8966-92C7D47F0B2E}" destId="{D9D8BA2F-93AF-4C2A-8FA7-14B4E8B8509B}" srcOrd="1" destOrd="0" presId="urn:microsoft.com/office/officeart/2005/8/layout/hList1"/>
    <dgm:cxn modelId="{9616C157-9F57-4F81-B252-D8FF369D5052}" type="presParOf" srcId="{5D53A886-305D-43D5-BDAE-5CC2B38CD292}" destId="{3F94A4C9-B199-4314-9EF9-D00B8398E51D}" srcOrd="3" destOrd="0" presId="urn:microsoft.com/office/officeart/2005/8/layout/hList1"/>
    <dgm:cxn modelId="{4599D7DF-5852-4D79-92BE-D9DEFB4D36AB}" type="presParOf" srcId="{5D53A886-305D-43D5-BDAE-5CC2B38CD292}" destId="{DF9633ED-CCD9-4BF9-85F7-C3046AFD57AB}" srcOrd="4" destOrd="0" presId="urn:microsoft.com/office/officeart/2005/8/layout/hList1"/>
    <dgm:cxn modelId="{C96569A2-5058-43EB-A869-062A087E1794}" type="presParOf" srcId="{DF9633ED-CCD9-4BF9-85F7-C3046AFD57AB}" destId="{79EF2F2F-FF32-45A9-8B87-69F176599344}" srcOrd="0" destOrd="0" presId="urn:microsoft.com/office/officeart/2005/8/layout/hList1"/>
    <dgm:cxn modelId="{23EE188A-C762-4589-9AB8-248FA2CD66F4}" type="presParOf" srcId="{DF9633ED-CCD9-4BF9-85F7-C3046AFD57AB}" destId="{2E83E76C-8002-4956-9A27-B9D6A2C377E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6395131-A06D-4BEB-A3DD-7256A6D8AE1C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072B4D7-CE2C-48F9-93AE-E70BB54725EC}">
      <dgm:prSet phldrT="[Text]" phldr="0"/>
      <dgm:spPr/>
      <dgm:t>
        <a:bodyPr/>
        <a:lstStyle/>
        <a:p>
          <a:r>
            <a:rPr lang="en-US" dirty="0" err="1"/>
            <a:t>Streamlit</a:t>
          </a:r>
          <a:r>
            <a:rPr lang="en-US" dirty="0"/>
            <a:t> UI</a:t>
          </a:r>
        </a:p>
      </dgm:t>
    </dgm:pt>
    <dgm:pt modelId="{6421476F-42E2-4F5B-A773-CC7337A21143}" type="parTrans" cxnId="{6EB7991A-65D1-406B-BD94-1FC1AD208312}">
      <dgm:prSet/>
      <dgm:spPr/>
      <dgm:t>
        <a:bodyPr/>
        <a:lstStyle/>
        <a:p>
          <a:endParaRPr lang="en-US"/>
        </a:p>
      </dgm:t>
    </dgm:pt>
    <dgm:pt modelId="{36A0D204-325C-4B7B-B9C4-92441AEA2013}" type="sibTrans" cxnId="{6EB7991A-65D1-406B-BD94-1FC1AD208312}">
      <dgm:prSet/>
      <dgm:spPr/>
      <dgm:t>
        <a:bodyPr/>
        <a:lstStyle/>
        <a:p>
          <a:endParaRPr lang="en-US"/>
        </a:p>
      </dgm:t>
    </dgm:pt>
    <dgm:pt modelId="{25B839DA-68C6-4C48-81DE-6BF6E6255175}">
      <dgm:prSet phldrT="[Text]" phldr="0"/>
      <dgm:spPr/>
      <dgm:t>
        <a:bodyPr/>
        <a:lstStyle/>
        <a:p>
          <a:r>
            <a:rPr lang="en-US" dirty="0" err="1"/>
            <a:t>Langraph</a:t>
          </a:r>
          <a:r>
            <a:rPr lang="en-US" dirty="0"/>
            <a:t> Orchestration</a:t>
          </a:r>
        </a:p>
      </dgm:t>
    </dgm:pt>
    <dgm:pt modelId="{DACA7605-84EE-456D-A34E-6FF31BDF516F}" type="parTrans" cxnId="{B8BA7982-BD9F-4335-B7A7-6EF36CE60C60}">
      <dgm:prSet/>
      <dgm:spPr/>
      <dgm:t>
        <a:bodyPr/>
        <a:lstStyle/>
        <a:p>
          <a:endParaRPr lang="en-US"/>
        </a:p>
      </dgm:t>
    </dgm:pt>
    <dgm:pt modelId="{FF26C8E0-19D4-4D3D-9D11-987FB1825A29}" type="sibTrans" cxnId="{B8BA7982-BD9F-4335-B7A7-6EF36CE60C60}">
      <dgm:prSet/>
      <dgm:spPr/>
      <dgm:t>
        <a:bodyPr/>
        <a:lstStyle/>
        <a:p>
          <a:endParaRPr lang="en-US"/>
        </a:p>
      </dgm:t>
    </dgm:pt>
    <dgm:pt modelId="{536A0478-61BE-490E-8B8B-4496749F4870}">
      <dgm:prSet phldrT="[Text]" phldr="0"/>
      <dgm:spPr/>
      <dgm:t>
        <a:bodyPr/>
        <a:lstStyle/>
        <a:p>
          <a:r>
            <a:rPr lang="en-US" dirty="0"/>
            <a:t>LLM Shipment Assessment</a:t>
          </a:r>
        </a:p>
      </dgm:t>
    </dgm:pt>
    <dgm:pt modelId="{653E8452-F8AD-4A7C-AE44-6F0E492B1732}" type="parTrans" cxnId="{2BE20598-AD10-48FB-9205-F078728BA225}">
      <dgm:prSet/>
      <dgm:spPr/>
      <dgm:t>
        <a:bodyPr/>
        <a:lstStyle/>
        <a:p>
          <a:endParaRPr lang="en-US"/>
        </a:p>
      </dgm:t>
    </dgm:pt>
    <dgm:pt modelId="{53E68931-C0A6-4A5E-9616-38491D219EF5}" type="sibTrans" cxnId="{2BE20598-AD10-48FB-9205-F078728BA225}">
      <dgm:prSet/>
      <dgm:spPr/>
      <dgm:t>
        <a:bodyPr/>
        <a:lstStyle/>
        <a:p>
          <a:endParaRPr lang="en-US"/>
        </a:p>
      </dgm:t>
    </dgm:pt>
    <dgm:pt modelId="{92DD3FCA-744E-4562-BD76-48FB574E8827}">
      <dgm:prSet phldrT="[Text]" phldr="0"/>
      <dgm:spPr/>
      <dgm:t>
        <a:bodyPr/>
        <a:lstStyle/>
        <a:p>
          <a:r>
            <a:rPr lang="en-US" dirty="0"/>
            <a:t>Decision Route</a:t>
          </a:r>
        </a:p>
      </dgm:t>
    </dgm:pt>
    <dgm:pt modelId="{9109C301-D00B-40A8-8145-356306E4BF89}" type="parTrans" cxnId="{25764F63-BD5F-4AF8-86B0-607006E1DD07}">
      <dgm:prSet/>
      <dgm:spPr/>
      <dgm:t>
        <a:bodyPr/>
        <a:lstStyle/>
        <a:p>
          <a:endParaRPr lang="en-US"/>
        </a:p>
      </dgm:t>
    </dgm:pt>
    <dgm:pt modelId="{9561C963-D5DD-4616-8F73-E5C1FD412410}" type="sibTrans" cxnId="{25764F63-BD5F-4AF8-86B0-607006E1DD07}">
      <dgm:prSet/>
      <dgm:spPr/>
      <dgm:t>
        <a:bodyPr/>
        <a:lstStyle/>
        <a:p>
          <a:endParaRPr lang="en-US"/>
        </a:p>
      </dgm:t>
    </dgm:pt>
    <dgm:pt modelId="{8A46E6E1-7887-437F-91AC-3554D68C9E2A}">
      <dgm:prSet phldrT="[Text]" phldr="0"/>
      <dgm:spPr/>
      <dgm:t>
        <a:bodyPr/>
        <a:lstStyle/>
        <a:p>
          <a:r>
            <a:rPr lang="en-US" dirty="0"/>
            <a:t>Weather Tool</a:t>
          </a:r>
        </a:p>
      </dgm:t>
    </dgm:pt>
    <dgm:pt modelId="{2CB59102-E3BC-4B23-95B4-AA87984341C9}" type="parTrans" cxnId="{6D88C37F-D907-435C-8DA1-DADF1F0DE8DB}">
      <dgm:prSet/>
      <dgm:spPr/>
      <dgm:t>
        <a:bodyPr/>
        <a:lstStyle/>
        <a:p>
          <a:endParaRPr lang="en-US"/>
        </a:p>
      </dgm:t>
    </dgm:pt>
    <dgm:pt modelId="{910D1A3D-EB07-4C65-842E-764D960E58E9}" type="sibTrans" cxnId="{6D88C37F-D907-435C-8DA1-DADF1F0DE8DB}">
      <dgm:prSet/>
      <dgm:spPr/>
      <dgm:t>
        <a:bodyPr/>
        <a:lstStyle/>
        <a:p>
          <a:endParaRPr lang="en-US"/>
        </a:p>
      </dgm:t>
    </dgm:pt>
    <dgm:pt modelId="{BA9E8CF8-FD92-4914-941D-102FF5E733F5}">
      <dgm:prSet phldrT="[Text]" phldr="0"/>
      <dgm:spPr/>
      <dgm:t>
        <a:bodyPr/>
        <a:lstStyle/>
        <a:p>
          <a:r>
            <a:rPr lang="en-US" dirty="0"/>
            <a:t>Carrier Route Tool</a:t>
          </a:r>
        </a:p>
      </dgm:t>
    </dgm:pt>
    <dgm:pt modelId="{204C1467-9F3D-47E0-8E76-AC7A63E079A7}" type="parTrans" cxnId="{528C079E-5DC0-413F-9AF3-20838E83E2D2}">
      <dgm:prSet/>
      <dgm:spPr/>
      <dgm:t>
        <a:bodyPr/>
        <a:lstStyle/>
        <a:p>
          <a:endParaRPr lang="en-US"/>
        </a:p>
      </dgm:t>
    </dgm:pt>
    <dgm:pt modelId="{B2389F29-7F04-42A6-8F93-45ED95B5351C}" type="sibTrans" cxnId="{528C079E-5DC0-413F-9AF3-20838E83E2D2}">
      <dgm:prSet/>
      <dgm:spPr/>
      <dgm:t>
        <a:bodyPr/>
        <a:lstStyle/>
        <a:p>
          <a:endParaRPr lang="en-US"/>
        </a:p>
      </dgm:t>
    </dgm:pt>
    <dgm:pt modelId="{70BDC981-5111-4AB9-B17D-63BE463A60BC}">
      <dgm:prSet phldrT="[Text]" phldr="0"/>
      <dgm:spPr/>
      <dgm:t>
        <a:bodyPr/>
        <a:lstStyle/>
        <a:p>
          <a:r>
            <a:rPr lang="en-US" dirty="0"/>
            <a:t>Recommendation</a:t>
          </a:r>
        </a:p>
      </dgm:t>
    </dgm:pt>
    <dgm:pt modelId="{7C94A165-735B-4B7F-930E-55387E09DD6B}" type="parTrans" cxnId="{FE062FA2-0FE0-4C25-92AE-BB33156DD9AE}">
      <dgm:prSet/>
      <dgm:spPr/>
      <dgm:t>
        <a:bodyPr/>
        <a:lstStyle/>
        <a:p>
          <a:endParaRPr lang="en-US"/>
        </a:p>
      </dgm:t>
    </dgm:pt>
    <dgm:pt modelId="{B299E8ED-5C26-4981-BF0F-05205FA9D939}" type="sibTrans" cxnId="{FE062FA2-0FE0-4C25-92AE-BB33156DD9AE}">
      <dgm:prSet/>
      <dgm:spPr/>
      <dgm:t>
        <a:bodyPr/>
        <a:lstStyle/>
        <a:p>
          <a:endParaRPr lang="en-US"/>
        </a:p>
      </dgm:t>
    </dgm:pt>
    <dgm:pt modelId="{FAA21670-E03D-4A5B-99F2-501ED902E536}">
      <dgm:prSet phldrT="[Text]" phldr="0"/>
      <dgm:spPr/>
      <dgm:t>
        <a:bodyPr/>
        <a:lstStyle/>
        <a:p>
          <a:r>
            <a:rPr lang="en-US" dirty="0"/>
            <a:t>LLM Evaluation</a:t>
          </a:r>
        </a:p>
      </dgm:t>
    </dgm:pt>
    <dgm:pt modelId="{6059E33A-210F-4EE4-ADE8-AB6123A1926B}" type="parTrans" cxnId="{D1449B82-BCD5-4576-9F06-BB4ADBF28E50}">
      <dgm:prSet/>
      <dgm:spPr/>
      <dgm:t>
        <a:bodyPr/>
        <a:lstStyle/>
        <a:p>
          <a:endParaRPr lang="en-US"/>
        </a:p>
      </dgm:t>
    </dgm:pt>
    <dgm:pt modelId="{6F2A26B7-21F8-4B01-BD16-0D506FB50F4B}" type="sibTrans" cxnId="{D1449B82-BCD5-4576-9F06-BB4ADBF28E50}">
      <dgm:prSet/>
      <dgm:spPr/>
      <dgm:t>
        <a:bodyPr/>
        <a:lstStyle/>
        <a:p>
          <a:endParaRPr lang="en-US"/>
        </a:p>
      </dgm:t>
    </dgm:pt>
    <dgm:pt modelId="{28365DAA-BEAC-41C2-B498-0E8671951EA2}">
      <dgm:prSet phldrT="[Text]" phldr="0"/>
      <dgm:spPr/>
      <dgm:t>
        <a:bodyPr/>
        <a:lstStyle/>
        <a:p>
          <a:r>
            <a:rPr lang="en-US" dirty="0"/>
            <a:t>Human Review</a:t>
          </a:r>
        </a:p>
      </dgm:t>
    </dgm:pt>
    <dgm:pt modelId="{8B3B8435-A483-4BBB-9C36-48668EDC2CCE}" type="parTrans" cxnId="{D2EDE53B-5710-4B75-BEF3-88F8A94A8EA4}">
      <dgm:prSet/>
      <dgm:spPr/>
      <dgm:t>
        <a:bodyPr/>
        <a:lstStyle/>
        <a:p>
          <a:endParaRPr lang="en-US"/>
        </a:p>
      </dgm:t>
    </dgm:pt>
    <dgm:pt modelId="{3CB09903-E609-44A9-A1D7-A57BB85768A1}" type="sibTrans" cxnId="{D2EDE53B-5710-4B75-BEF3-88F8A94A8EA4}">
      <dgm:prSet/>
      <dgm:spPr/>
      <dgm:t>
        <a:bodyPr/>
        <a:lstStyle/>
        <a:p>
          <a:endParaRPr lang="en-US"/>
        </a:p>
      </dgm:t>
    </dgm:pt>
    <dgm:pt modelId="{67B77969-22D5-4C23-B713-C0FF7CED8E18}">
      <dgm:prSet phldrT="[Text]" phldr="0"/>
      <dgm:spPr/>
      <dgm:t>
        <a:bodyPr/>
        <a:lstStyle/>
        <a:p>
          <a:r>
            <a:rPr lang="en-US"/>
            <a:t>Shipment Input</a:t>
          </a:r>
          <a:endParaRPr lang="en-US" dirty="0"/>
        </a:p>
      </dgm:t>
    </dgm:pt>
    <dgm:pt modelId="{8804FE05-FEE7-40F8-A700-5867935E4C60}" type="parTrans" cxnId="{9DF671DB-F9A9-4DDF-ADD9-94BD9E6136A8}">
      <dgm:prSet/>
      <dgm:spPr/>
      <dgm:t>
        <a:bodyPr/>
        <a:lstStyle/>
        <a:p>
          <a:endParaRPr lang="en-US"/>
        </a:p>
      </dgm:t>
    </dgm:pt>
    <dgm:pt modelId="{3F85650E-6239-442F-84DE-E4F18433B214}" type="sibTrans" cxnId="{9DF671DB-F9A9-4DDF-ADD9-94BD9E6136A8}">
      <dgm:prSet/>
      <dgm:spPr/>
      <dgm:t>
        <a:bodyPr/>
        <a:lstStyle/>
        <a:p>
          <a:endParaRPr lang="en-US"/>
        </a:p>
      </dgm:t>
    </dgm:pt>
    <dgm:pt modelId="{E85B88A5-FA3B-4B59-ABF2-D1336FD60736}">
      <dgm:prSet phldrT="[Text]" phldr="0"/>
      <dgm:spPr/>
      <dgm:t>
        <a:bodyPr/>
        <a:lstStyle/>
        <a:p>
          <a:r>
            <a:rPr lang="en-US"/>
            <a:t>Define Nodes and Flow</a:t>
          </a:r>
          <a:endParaRPr lang="en-US" dirty="0"/>
        </a:p>
      </dgm:t>
    </dgm:pt>
    <dgm:pt modelId="{0D11667D-95C2-411F-BB5D-09A4CD285E13}" type="parTrans" cxnId="{DF8D6489-DB08-4E41-9218-4D36B81FC0D7}">
      <dgm:prSet/>
      <dgm:spPr/>
      <dgm:t>
        <a:bodyPr/>
        <a:lstStyle/>
        <a:p>
          <a:endParaRPr lang="en-US"/>
        </a:p>
      </dgm:t>
    </dgm:pt>
    <dgm:pt modelId="{13AFE8E9-5AFC-4373-925D-7FC553DC1504}" type="sibTrans" cxnId="{DF8D6489-DB08-4E41-9218-4D36B81FC0D7}">
      <dgm:prSet/>
      <dgm:spPr/>
      <dgm:t>
        <a:bodyPr/>
        <a:lstStyle/>
        <a:p>
          <a:endParaRPr lang="en-US"/>
        </a:p>
      </dgm:t>
    </dgm:pt>
    <dgm:pt modelId="{82255506-2AC5-474C-86BB-BA84C6A8D89E}">
      <dgm:prSet phldrT="[Text]" phldr="0"/>
      <dgm:spPr/>
      <dgm:t>
        <a:bodyPr/>
        <a:lstStyle/>
        <a:p>
          <a:r>
            <a:rPr lang="en-US"/>
            <a:t>Initial Data look up and decide what tools to use</a:t>
          </a:r>
          <a:endParaRPr lang="en-US" dirty="0"/>
        </a:p>
      </dgm:t>
    </dgm:pt>
    <dgm:pt modelId="{C10B4314-B5BC-4DA3-8F4A-697340417463}" type="parTrans" cxnId="{2B2752C1-4C0A-442B-9995-C9798B8621B8}">
      <dgm:prSet/>
      <dgm:spPr/>
      <dgm:t>
        <a:bodyPr/>
        <a:lstStyle/>
        <a:p>
          <a:endParaRPr lang="en-US"/>
        </a:p>
      </dgm:t>
    </dgm:pt>
    <dgm:pt modelId="{4861133A-5559-4506-9F37-180749EF0269}" type="sibTrans" cxnId="{2B2752C1-4C0A-442B-9995-C9798B8621B8}">
      <dgm:prSet/>
      <dgm:spPr/>
      <dgm:t>
        <a:bodyPr/>
        <a:lstStyle/>
        <a:p>
          <a:endParaRPr lang="en-US"/>
        </a:p>
      </dgm:t>
    </dgm:pt>
    <dgm:pt modelId="{3F130965-31FF-46E4-A3FC-4434959084A0}">
      <dgm:prSet phldrT="[Text]" phldr="0"/>
      <dgm:spPr/>
      <dgm:t>
        <a:bodyPr/>
        <a:lstStyle/>
        <a:p>
          <a:r>
            <a:rPr lang="en-US"/>
            <a:t>Gather evidence and data to form recommended action</a:t>
          </a:r>
          <a:endParaRPr lang="en-US" dirty="0"/>
        </a:p>
      </dgm:t>
    </dgm:pt>
    <dgm:pt modelId="{37F218AF-9CE8-4844-8554-EB30448C34FF}" type="parTrans" cxnId="{D9CE7187-4EEC-43AC-AED8-4472822D8052}">
      <dgm:prSet/>
      <dgm:spPr/>
      <dgm:t>
        <a:bodyPr/>
        <a:lstStyle/>
        <a:p>
          <a:endParaRPr lang="en-US"/>
        </a:p>
      </dgm:t>
    </dgm:pt>
    <dgm:pt modelId="{BA3D9DF7-C8BF-4359-9877-41231BFF57F4}" type="sibTrans" cxnId="{D9CE7187-4EEC-43AC-AED8-4472822D8052}">
      <dgm:prSet/>
      <dgm:spPr/>
      <dgm:t>
        <a:bodyPr/>
        <a:lstStyle/>
        <a:p>
          <a:endParaRPr lang="en-US"/>
        </a:p>
      </dgm:t>
    </dgm:pt>
    <dgm:pt modelId="{CAB1A7C4-8442-416A-8172-F39CB8B386A9}" type="pres">
      <dgm:prSet presAssocID="{16395131-A06D-4BEB-A3DD-7256A6D8AE1C}" presName="diagram" presStyleCnt="0">
        <dgm:presLayoutVars>
          <dgm:dir/>
          <dgm:resizeHandles val="exact"/>
        </dgm:presLayoutVars>
      </dgm:prSet>
      <dgm:spPr/>
    </dgm:pt>
    <dgm:pt modelId="{09DE9370-2D8F-4E96-805E-CB2ADF436C64}" type="pres">
      <dgm:prSet presAssocID="{C072B4D7-CE2C-48F9-93AE-E70BB54725EC}" presName="node" presStyleLbl="node1" presStyleIdx="0" presStyleCnt="7">
        <dgm:presLayoutVars>
          <dgm:bulletEnabled val="1"/>
        </dgm:presLayoutVars>
      </dgm:prSet>
      <dgm:spPr/>
    </dgm:pt>
    <dgm:pt modelId="{FF008E62-2163-4B3F-8D39-972FA71D801D}" type="pres">
      <dgm:prSet presAssocID="{36A0D204-325C-4B7B-B9C4-92441AEA2013}" presName="sibTrans" presStyleLbl="sibTrans2D1" presStyleIdx="0" presStyleCnt="6"/>
      <dgm:spPr/>
    </dgm:pt>
    <dgm:pt modelId="{77158962-48EE-4903-A320-B7AF0CE8BB65}" type="pres">
      <dgm:prSet presAssocID="{36A0D204-325C-4B7B-B9C4-92441AEA2013}" presName="connectorText" presStyleLbl="sibTrans2D1" presStyleIdx="0" presStyleCnt="6"/>
      <dgm:spPr/>
    </dgm:pt>
    <dgm:pt modelId="{635FBAF3-BDBC-4362-B9BF-4F91E9D7C8E0}" type="pres">
      <dgm:prSet presAssocID="{25B839DA-68C6-4C48-81DE-6BF6E6255175}" presName="node" presStyleLbl="node1" presStyleIdx="1" presStyleCnt="7">
        <dgm:presLayoutVars>
          <dgm:bulletEnabled val="1"/>
        </dgm:presLayoutVars>
      </dgm:prSet>
      <dgm:spPr/>
    </dgm:pt>
    <dgm:pt modelId="{A12A4067-1CED-4A42-B986-4F0BC53D8252}" type="pres">
      <dgm:prSet presAssocID="{FF26C8E0-19D4-4D3D-9D11-987FB1825A29}" presName="sibTrans" presStyleLbl="sibTrans2D1" presStyleIdx="1" presStyleCnt="6"/>
      <dgm:spPr/>
    </dgm:pt>
    <dgm:pt modelId="{F2884ED4-28AE-4092-A010-81742E81A45D}" type="pres">
      <dgm:prSet presAssocID="{FF26C8E0-19D4-4D3D-9D11-987FB1825A29}" presName="connectorText" presStyleLbl="sibTrans2D1" presStyleIdx="1" presStyleCnt="6"/>
      <dgm:spPr/>
    </dgm:pt>
    <dgm:pt modelId="{C4876BEA-45A8-4C69-8178-6220BDBF5EB6}" type="pres">
      <dgm:prSet presAssocID="{536A0478-61BE-490E-8B8B-4496749F4870}" presName="node" presStyleLbl="node1" presStyleIdx="2" presStyleCnt="7">
        <dgm:presLayoutVars>
          <dgm:bulletEnabled val="1"/>
        </dgm:presLayoutVars>
      </dgm:prSet>
      <dgm:spPr/>
    </dgm:pt>
    <dgm:pt modelId="{4CE92F29-FB5E-4255-B018-A3FCAAD06B97}" type="pres">
      <dgm:prSet presAssocID="{53E68931-C0A6-4A5E-9616-38491D219EF5}" presName="sibTrans" presStyleLbl="sibTrans2D1" presStyleIdx="2" presStyleCnt="6"/>
      <dgm:spPr/>
    </dgm:pt>
    <dgm:pt modelId="{04A24F4F-0016-46A6-BC11-710C56CD38BF}" type="pres">
      <dgm:prSet presAssocID="{53E68931-C0A6-4A5E-9616-38491D219EF5}" presName="connectorText" presStyleLbl="sibTrans2D1" presStyleIdx="2" presStyleCnt="6"/>
      <dgm:spPr/>
    </dgm:pt>
    <dgm:pt modelId="{EBF16C08-322F-42C6-9F88-149CE28AE508}" type="pres">
      <dgm:prSet presAssocID="{92DD3FCA-744E-4562-BD76-48FB574E8827}" presName="node" presStyleLbl="node1" presStyleIdx="3" presStyleCnt="7">
        <dgm:presLayoutVars>
          <dgm:bulletEnabled val="1"/>
        </dgm:presLayoutVars>
      </dgm:prSet>
      <dgm:spPr/>
    </dgm:pt>
    <dgm:pt modelId="{9734C958-4B8D-4610-B11D-D1BEABFD897A}" type="pres">
      <dgm:prSet presAssocID="{9561C963-D5DD-4616-8F73-E5C1FD412410}" presName="sibTrans" presStyleLbl="sibTrans2D1" presStyleIdx="3" presStyleCnt="6"/>
      <dgm:spPr/>
    </dgm:pt>
    <dgm:pt modelId="{98CBF6F2-988D-4719-994E-DF5CE47DCE3E}" type="pres">
      <dgm:prSet presAssocID="{9561C963-D5DD-4616-8F73-E5C1FD412410}" presName="connectorText" presStyleLbl="sibTrans2D1" presStyleIdx="3" presStyleCnt="6"/>
      <dgm:spPr/>
    </dgm:pt>
    <dgm:pt modelId="{D07FB7D9-2EBA-42AB-8A17-C01A8B9F03B2}" type="pres">
      <dgm:prSet presAssocID="{FAA21670-E03D-4A5B-99F2-501ED902E536}" presName="node" presStyleLbl="node1" presStyleIdx="4" presStyleCnt="7">
        <dgm:presLayoutVars>
          <dgm:bulletEnabled val="1"/>
        </dgm:presLayoutVars>
      </dgm:prSet>
      <dgm:spPr/>
    </dgm:pt>
    <dgm:pt modelId="{C7735B46-5E82-42F2-93BC-ED36193C7376}" type="pres">
      <dgm:prSet presAssocID="{6F2A26B7-21F8-4B01-BD16-0D506FB50F4B}" presName="sibTrans" presStyleLbl="sibTrans2D1" presStyleIdx="4" presStyleCnt="6"/>
      <dgm:spPr/>
    </dgm:pt>
    <dgm:pt modelId="{F8BE5C3C-43AB-482B-9603-0325248865B2}" type="pres">
      <dgm:prSet presAssocID="{6F2A26B7-21F8-4B01-BD16-0D506FB50F4B}" presName="connectorText" presStyleLbl="sibTrans2D1" presStyleIdx="4" presStyleCnt="6"/>
      <dgm:spPr/>
    </dgm:pt>
    <dgm:pt modelId="{5523AAB5-DF0F-4913-B06B-B05BB8A6A603}" type="pres">
      <dgm:prSet presAssocID="{70BDC981-5111-4AB9-B17D-63BE463A60BC}" presName="node" presStyleLbl="node1" presStyleIdx="5" presStyleCnt="7">
        <dgm:presLayoutVars>
          <dgm:bulletEnabled val="1"/>
        </dgm:presLayoutVars>
      </dgm:prSet>
      <dgm:spPr/>
    </dgm:pt>
    <dgm:pt modelId="{D6F5D389-F88A-4CF1-9EBB-3FD213DBAF9A}" type="pres">
      <dgm:prSet presAssocID="{B299E8ED-5C26-4981-BF0F-05205FA9D939}" presName="sibTrans" presStyleLbl="sibTrans2D1" presStyleIdx="5" presStyleCnt="6"/>
      <dgm:spPr/>
    </dgm:pt>
    <dgm:pt modelId="{1ADF276A-7856-4A57-B7D7-1DD168A72C36}" type="pres">
      <dgm:prSet presAssocID="{B299E8ED-5C26-4981-BF0F-05205FA9D939}" presName="connectorText" presStyleLbl="sibTrans2D1" presStyleIdx="5" presStyleCnt="6"/>
      <dgm:spPr/>
    </dgm:pt>
    <dgm:pt modelId="{4EEB18EC-9F18-47E4-97CF-8F0877C44B37}" type="pres">
      <dgm:prSet presAssocID="{28365DAA-BEAC-41C2-B498-0E8671951EA2}" presName="node" presStyleLbl="node1" presStyleIdx="6" presStyleCnt="7">
        <dgm:presLayoutVars>
          <dgm:bulletEnabled val="1"/>
        </dgm:presLayoutVars>
      </dgm:prSet>
      <dgm:spPr/>
    </dgm:pt>
  </dgm:ptLst>
  <dgm:cxnLst>
    <dgm:cxn modelId="{909C980F-65B8-4C04-91B7-6112498CAB9A}" type="presOf" srcId="{36A0D204-325C-4B7B-B9C4-92441AEA2013}" destId="{FF008E62-2163-4B3F-8D39-972FA71D801D}" srcOrd="0" destOrd="0" presId="urn:microsoft.com/office/officeart/2005/8/layout/process5"/>
    <dgm:cxn modelId="{97239512-E08D-4C3B-95BE-99A12D74D146}" type="presOf" srcId="{53E68931-C0A6-4A5E-9616-38491D219EF5}" destId="{4CE92F29-FB5E-4255-B018-A3FCAAD06B97}" srcOrd="0" destOrd="0" presId="urn:microsoft.com/office/officeart/2005/8/layout/process5"/>
    <dgm:cxn modelId="{36E6E017-38F0-497E-A9BE-8A92F22AC3EB}" type="presOf" srcId="{8A46E6E1-7887-437F-91AC-3554D68C9E2A}" destId="{EBF16C08-322F-42C6-9F88-149CE28AE508}" srcOrd="0" destOrd="1" presId="urn:microsoft.com/office/officeart/2005/8/layout/process5"/>
    <dgm:cxn modelId="{6EB7991A-65D1-406B-BD94-1FC1AD208312}" srcId="{16395131-A06D-4BEB-A3DD-7256A6D8AE1C}" destId="{C072B4D7-CE2C-48F9-93AE-E70BB54725EC}" srcOrd="0" destOrd="0" parTransId="{6421476F-42E2-4F5B-A773-CC7337A21143}" sibTransId="{36A0D204-325C-4B7B-B9C4-92441AEA2013}"/>
    <dgm:cxn modelId="{D2EDE53B-5710-4B75-BEF3-88F8A94A8EA4}" srcId="{16395131-A06D-4BEB-A3DD-7256A6D8AE1C}" destId="{28365DAA-BEAC-41C2-B498-0E8671951EA2}" srcOrd="6" destOrd="0" parTransId="{8B3B8435-A483-4BBB-9C36-48668EDC2CCE}" sibTransId="{3CB09903-E609-44A9-A1D7-A57BB85768A1}"/>
    <dgm:cxn modelId="{BFFBC53D-AA36-4CF8-BC66-59187D884E10}" type="presOf" srcId="{25B839DA-68C6-4C48-81DE-6BF6E6255175}" destId="{635FBAF3-BDBC-4362-B9BF-4F91E9D7C8E0}" srcOrd="0" destOrd="0" presId="urn:microsoft.com/office/officeart/2005/8/layout/process5"/>
    <dgm:cxn modelId="{6338135C-6702-4375-A319-023E011716D8}" type="presOf" srcId="{FAA21670-E03D-4A5B-99F2-501ED902E536}" destId="{D07FB7D9-2EBA-42AB-8A17-C01A8B9F03B2}" srcOrd="0" destOrd="0" presId="urn:microsoft.com/office/officeart/2005/8/layout/process5"/>
    <dgm:cxn modelId="{C6779B41-BE85-46B3-83D4-9536791545DD}" type="presOf" srcId="{536A0478-61BE-490E-8B8B-4496749F4870}" destId="{C4876BEA-45A8-4C69-8178-6220BDBF5EB6}" srcOrd="0" destOrd="0" presId="urn:microsoft.com/office/officeart/2005/8/layout/process5"/>
    <dgm:cxn modelId="{25764F63-BD5F-4AF8-86B0-607006E1DD07}" srcId="{16395131-A06D-4BEB-A3DD-7256A6D8AE1C}" destId="{92DD3FCA-744E-4562-BD76-48FB574E8827}" srcOrd="3" destOrd="0" parTransId="{9109C301-D00B-40A8-8145-356306E4BF89}" sibTransId="{9561C963-D5DD-4616-8F73-E5C1FD412410}"/>
    <dgm:cxn modelId="{0454AA65-3217-41EF-9571-E75FE7FE5CF7}" type="presOf" srcId="{B299E8ED-5C26-4981-BF0F-05205FA9D939}" destId="{1ADF276A-7856-4A57-B7D7-1DD168A72C36}" srcOrd="1" destOrd="0" presId="urn:microsoft.com/office/officeart/2005/8/layout/process5"/>
    <dgm:cxn modelId="{4E34E16B-0DA4-40D9-B620-779394AD9547}" type="presOf" srcId="{28365DAA-BEAC-41C2-B498-0E8671951EA2}" destId="{4EEB18EC-9F18-47E4-97CF-8F0877C44B37}" srcOrd="0" destOrd="0" presId="urn:microsoft.com/office/officeart/2005/8/layout/process5"/>
    <dgm:cxn modelId="{75541D6C-F1FB-430C-A222-CFE1D7D9CFDD}" type="presOf" srcId="{16395131-A06D-4BEB-A3DD-7256A6D8AE1C}" destId="{CAB1A7C4-8442-416A-8172-F39CB8B386A9}" srcOrd="0" destOrd="0" presId="urn:microsoft.com/office/officeart/2005/8/layout/process5"/>
    <dgm:cxn modelId="{8B6A356C-F25F-43CF-A5F1-63EBA651EB83}" type="presOf" srcId="{82255506-2AC5-474C-86BB-BA84C6A8D89E}" destId="{C4876BEA-45A8-4C69-8178-6220BDBF5EB6}" srcOrd="0" destOrd="1" presId="urn:microsoft.com/office/officeart/2005/8/layout/process5"/>
    <dgm:cxn modelId="{BC875A6F-9F09-4EC6-A961-7F11099151CF}" type="presOf" srcId="{70BDC981-5111-4AB9-B17D-63BE463A60BC}" destId="{5523AAB5-DF0F-4913-B06B-B05BB8A6A603}" srcOrd="0" destOrd="0" presId="urn:microsoft.com/office/officeart/2005/8/layout/process5"/>
    <dgm:cxn modelId="{A5182873-B8FE-4433-9642-7618CD2AA08A}" type="presOf" srcId="{92DD3FCA-744E-4562-BD76-48FB574E8827}" destId="{EBF16C08-322F-42C6-9F88-149CE28AE508}" srcOrd="0" destOrd="0" presId="urn:microsoft.com/office/officeart/2005/8/layout/process5"/>
    <dgm:cxn modelId="{F0493774-A9A0-4212-8D8D-6EACAB9551D6}" type="presOf" srcId="{FF26C8E0-19D4-4D3D-9D11-987FB1825A29}" destId="{F2884ED4-28AE-4092-A010-81742E81A45D}" srcOrd="1" destOrd="0" presId="urn:microsoft.com/office/officeart/2005/8/layout/process5"/>
    <dgm:cxn modelId="{E459857A-DDBC-4462-A431-EDC21F448EBB}" type="presOf" srcId="{C072B4D7-CE2C-48F9-93AE-E70BB54725EC}" destId="{09DE9370-2D8F-4E96-805E-CB2ADF436C64}" srcOrd="0" destOrd="0" presId="urn:microsoft.com/office/officeart/2005/8/layout/process5"/>
    <dgm:cxn modelId="{6D88C37F-D907-435C-8DA1-DADF1F0DE8DB}" srcId="{92DD3FCA-744E-4562-BD76-48FB574E8827}" destId="{8A46E6E1-7887-437F-91AC-3554D68C9E2A}" srcOrd="0" destOrd="0" parTransId="{2CB59102-E3BC-4B23-95B4-AA87984341C9}" sibTransId="{910D1A3D-EB07-4C65-842E-764D960E58E9}"/>
    <dgm:cxn modelId="{B8BA7982-BD9F-4335-B7A7-6EF36CE60C60}" srcId="{16395131-A06D-4BEB-A3DD-7256A6D8AE1C}" destId="{25B839DA-68C6-4C48-81DE-6BF6E6255175}" srcOrd="1" destOrd="0" parTransId="{DACA7605-84EE-456D-A34E-6FF31BDF516F}" sibTransId="{FF26C8E0-19D4-4D3D-9D11-987FB1825A29}"/>
    <dgm:cxn modelId="{D1449B82-BCD5-4576-9F06-BB4ADBF28E50}" srcId="{16395131-A06D-4BEB-A3DD-7256A6D8AE1C}" destId="{FAA21670-E03D-4A5B-99F2-501ED902E536}" srcOrd="4" destOrd="0" parTransId="{6059E33A-210F-4EE4-ADE8-AB6123A1926B}" sibTransId="{6F2A26B7-21F8-4B01-BD16-0D506FB50F4B}"/>
    <dgm:cxn modelId="{D9CE7187-4EEC-43AC-AED8-4472822D8052}" srcId="{FAA21670-E03D-4A5B-99F2-501ED902E536}" destId="{3F130965-31FF-46E4-A3FC-4434959084A0}" srcOrd="0" destOrd="0" parTransId="{37F218AF-9CE8-4844-8554-EB30448C34FF}" sibTransId="{BA3D9DF7-C8BF-4359-9877-41231BFF57F4}"/>
    <dgm:cxn modelId="{DF8D6489-DB08-4E41-9218-4D36B81FC0D7}" srcId="{25B839DA-68C6-4C48-81DE-6BF6E6255175}" destId="{E85B88A5-FA3B-4B59-ABF2-D1336FD60736}" srcOrd="0" destOrd="0" parTransId="{0D11667D-95C2-411F-BB5D-09A4CD285E13}" sibTransId="{13AFE8E9-5AFC-4373-925D-7FC553DC1504}"/>
    <dgm:cxn modelId="{BA9FA897-53F7-4A3B-93EA-EB6876757F4F}" type="presOf" srcId="{67B77969-22D5-4C23-B713-C0FF7CED8E18}" destId="{09DE9370-2D8F-4E96-805E-CB2ADF436C64}" srcOrd="0" destOrd="1" presId="urn:microsoft.com/office/officeart/2005/8/layout/process5"/>
    <dgm:cxn modelId="{2BE20598-AD10-48FB-9205-F078728BA225}" srcId="{16395131-A06D-4BEB-A3DD-7256A6D8AE1C}" destId="{536A0478-61BE-490E-8B8B-4496749F4870}" srcOrd="2" destOrd="0" parTransId="{653E8452-F8AD-4A7C-AE44-6F0E492B1732}" sibTransId="{53E68931-C0A6-4A5E-9616-38491D219EF5}"/>
    <dgm:cxn modelId="{AB319C9D-F453-46E3-B30A-BE57879A7D78}" type="presOf" srcId="{6F2A26B7-21F8-4B01-BD16-0D506FB50F4B}" destId="{F8BE5C3C-43AB-482B-9603-0325248865B2}" srcOrd="1" destOrd="0" presId="urn:microsoft.com/office/officeart/2005/8/layout/process5"/>
    <dgm:cxn modelId="{528C079E-5DC0-413F-9AF3-20838E83E2D2}" srcId="{92DD3FCA-744E-4562-BD76-48FB574E8827}" destId="{BA9E8CF8-FD92-4914-941D-102FF5E733F5}" srcOrd="1" destOrd="0" parTransId="{204C1467-9F3D-47E0-8E76-AC7A63E079A7}" sibTransId="{B2389F29-7F04-42A6-8F93-45ED95B5351C}"/>
    <dgm:cxn modelId="{FE062FA2-0FE0-4C25-92AE-BB33156DD9AE}" srcId="{16395131-A06D-4BEB-A3DD-7256A6D8AE1C}" destId="{70BDC981-5111-4AB9-B17D-63BE463A60BC}" srcOrd="5" destOrd="0" parTransId="{7C94A165-735B-4B7F-930E-55387E09DD6B}" sibTransId="{B299E8ED-5C26-4981-BF0F-05205FA9D939}"/>
    <dgm:cxn modelId="{73C684AE-6745-47B3-8714-B40A5196C1B2}" type="presOf" srcId="{53E68931-C0A6-4A5E-9616-38491D219EF5}" destId="{04A24F4F-0016-46A6-BC11-710C56CD38BF}" srcOrd="1" destOrd="0" presId="urn:microsoft.com/office/officeart/2005/8/layout/process5"/>
    <dgm:cxn modelId="{B47CEAB4-CAE4-4483-9096-A4FD4B1A70AF}" type="presOf" srcId="{B299E8ED-5C26-4981-BF0F-05205FA9D939}" destId="{D6F5D389-F88A-4CF1-9EBB-3FD213DBAF9A}" srcOrd="0" destOrd="0" presId="urn:microsoft.com/office/officeart/2005/8/layout/process5"/>
    <dgm:cxn modelId="{E1799ABA-A094-4B2C-ABC1-7AF2C57A006E}" type="presOf" srcId="{9561C963-D5DD-4616-8F73-E5C1FD412410}" destId="{98CBF6F2-988D-4719-994E-DF5CE47DCE3E}" srcOrd="1" destOrd="0" presId="urn:microsoft.com/office/officeart/2005/8/layout/process5"/>
    <dgm:cxn modelId="{438C40C1-EF8B-46BB-AACC-B8B43FB0619A}" type="presOf" srcId="{6F2A26B7-21F8-4B01-BD16-0D506FB50F4B}" destId="{C7735B46-5E82-42F2-93BC-ED36193C7376}" srcOrd="0" destOrd="0" presId="urn:microsoft.com/office/officeart/2005/8/layout/process5"/>
    <dgm:cxn modelId="{2B2752C1-4C0A-442B-9995-C9798B8621B8}" srcId="{536A0478-61BE-490E-8B8B-4496749F4870}" destId="{82255506-2AC5-474C-86BB-BA84C6A8D89E}" srcOrd="0" destOrd="0" parTransId="{C10B4314-B5BC-4DA3-8F4A-697340417463}" sibTransId="{4861133A-5559-4506-9F37-180749EF0269}"/>
    <dgm:cxn modelId="{FBCFE1C4-E4BB-444F-9555-EA3A86763106}" type="presOf" srcId="{E85B88A5-FA3B-4B59-ABF2-D1336FD60736}" destId="{635FBAF3-BDBC-4362-B9BF-4F91E9D7C8E0}" srcOrd="0" destOrd="1" presId="urn:microsoft.com/office/officeart/2005/8/layout/process5"/>
    <dgm:cxn modelId="{5875DFC7-286E-4537-872A-C93D4BB97A18}" type="presOf" srcId="{9561C963-D5DD-4616-8F73-E5C1FD412410}" destId="{9734C958-4B8D-4610-B11D-D1BEABFD897A}" srcOrd="0" destOrd="0" presId="urn:microsoft.com/office/officeart/2005/8/layout/process5"/>
    <dgm:cxn modelId="{9DF671DB-F9A9-4DDF-ADD9-94BD9E6136A8}" srcId="{C072B4D7-CE2C-48F9-93AE-E70BB54725EC}" destId="{67B77969-22D5-4C23-B713-C0FF7CED8E18}" srcOrd="0" destOrd="0" parTransId="{8804FE05-FEE7-40F8-A700-5867935E4C60}" sibTransId="{3F85650E-6239-442F-84DE-E4F18433B214}"/>
    <dgm:cxn modelId="{470F2CDD-8CCA-4AD5-800E-85D2A8CB67A6}" type="presOf" srcId="{BA9E8CF8-FD92-4914-941D-102FF5E733F5}" destId="{EBF16C08-322F-42C6-9F88-149CE28AE508}" srcOrd="0" destOrd="2" presId="urn:microsoft.com/office/officeart/2005/8/layout/process5"/>
    <dgm:cxn modelId="{4FBBE4E5-17B4-467D-9A87-B816EF58D5C8}" type="presOf" srcId="{FF26C8E0-19D4-4D3D-9D11-987FB1825A29}" destId="{A12A4067-1CED-4A42-B986-4F0BC53D8252}" srcOrd="0" destOrd="0" presId="urn:microsoft.com/office/officeart/2005/8/layout/process5"/>
    <dgm:cxn modelId="{EE488DEA-E5A5-4300-9E59-3FF905F32210}" type="presOf" srcId="{3F130965-31FF-46E4-A3FC-4434959084A0}" destId="{D07FB7D9-2EBA-42AB-8A17-C01A8B9F03B2}" srcOrd="0" destOrd="1" presId="urn:microsoft.com/office/officeart/2005/8/layout/process5"/>
    <dgm:cxn modelId="{3D2179FB-9393-4BE9-B3A8-D4A23BEFB5CB}" type="presOf" srcId="{36A0D204-325C-4B7B-B9C4-92441AEA2013}" destId="{77158962-48EE-4903-A320-B7AF0CE8BB65}" srcOrd="1" destOrd="0" presId="urn:microsoft.com/office/officeart/2005/8/layout/process5"/>
    <dgm:cxn modelId="{437B7445-D099-4CBB-87DC-F9616681072F}" type="presParOf" srcId="{CAB1A7C4-8442-416A-8172-F39CB8B386A9}" destId="{09DE9370-2D8F-4E96-805E-CB2ADF436C64}" srcOrd="0" destOrd="0" presId="urn:microsoft.com/office/officeart/2005/8/layout/process5"/>
    <dgm:cxn modelId="{2AF3336F-28F5-4704-AAE5-34AE3A3866CD}" type="presParOf" srcId="{CAB1A7C4-8442-416A-8172-F39CB8B386A9}" destId="{FF008E62-2163-4B3F-8D39-972FA71D801D}" srcOrd="1" destOrd="0" presId="urn:microsoft.com/office/officeart/2005/8/layout/process5"/>
    <dgm:cxn modelId="{6077F876-C077-4F57-B569-A4D1E45E2CD9}" type="presParOf" srcId="{FF008E62-2163-4B3F-8D39-972FA71D801D}" destId="{77158962-48EE-4903-A320-B7AF0CE8BB65}" srcOrd="0" destOrd="0" presId="urn:microsoft.com/office/officeart/2005/8/layout/process5"/>
    <dgm:cxn modelId="{DB4B7FEE-0D46-47B5-BAC1-61B6DA3CCC86}" type="presParOf" srcId="{CAB1A7C4-8442-416A-8172-F39CB8B386A9}" destId="{635FBAF3-BDBC-4362-B9BF-4F91E9D7C8E0}" srcOrd="2" destOrd="0" presId="urn:microsoft.com/office/officeart/2005/8/layout/process5"/>
    <dgm:cxn modelId="{18849450-5F91-44FA-AF8C-AD0375FF0603}" type="presParOf" srcId="{CAB1A7C4-8442-416A-8172-F39CB8B386A9}" destId="{A12A4067-1CED-4A42-B986-4F0BC53D8252}" srcOrd="3" destOrd="0" presId="urn:microsoft.com/office/officeart/2005/8/layout/process5"/>
    <dgm:cxn modelId="{50CF73BC-414A-4460-9E9B-74BAB71BD742}" type="presParOf" srcId="{A12A4067-1CED-4A42-B986-4F0BC53D8252}" destId="{F2884ED4-28AE-4092-A010-81742E81A45D}" srcOrd="0" destOrd="0" presId="urn:microsoft.com/office/officeart/2005/8/layout/process5"/>
    <dgm:cxn modelId="{84BB2A57-02E8-4E26-BB8D-953D6F7C4C5D}" type="presParOf" srcId="{CAB1A7C4-8442-416A-8172-F39CB8B386A9}" destId="{C4876BEA-45A8-4C69-8178-6220BDBF5EB6}" srcOrd="4" destOrd="0" presId="urn:microsoft.com/office/officeart/2005/8/layout/process5"/>
    <dgm:cxn modelId="{2BB4C483-CE65-4334-AF03-6D1AB2C2A165}" type="presParOf" srcId="{CAB1A7C4-8442-416A-8172-F39CB8B386A9}" destId="{4CE92F29-FB5E-4255-B018-A3FCAAD06B97}" srcOrd="5" destOrd="0" presId="urn:microsoft.com/office/officeart/2005/8/layout/process5"/>
    <dgm:cxn modelId="{8BD0F10B-DC7E-4632-AC9A-AC796399A8C1}" type="presParOf" srcId="{4CE92F29-FB5E-4255-B018-A3FCAAD06B97}" destId="{04A24F4F-0016-46A6-BC11-710C56CD38BF}" srcOrd="0" destOrd="0" presId="urn:microsoft.com/office/officeart/2005/8/layout/process5"/>
    <dgm:cxn modelId="{1D2A8CE0-E0DC-47A4-B4FD-816C3EBA0C6C}" type="presParOf" srcId="{CAB1A7C4-8442-416A-8172-F39CB8B386A9}" destId="{EBF16C08-322F-42C6-9F88-149CE28AE508}" srcOrd="6" destOrd="0" presId="urn:microsoft.com/office/officeart/2005/8/layout/process5"/>
    <dgm:cxn modelId="{23C73835-48BC-4480-991E-4DB3DECEBFCC}" type="presParOf" srcId="{CAB1A7C4-8442-416A-8172-F39CB8B386A9}" destId="{9734C958-4B8D-4610-B11D-D1BEABFD897A}" srcOrd="7" destOrd="0" presId="urn:microsoft.com/office/officeart/2005/8/layout/process5"/>
    <dgm:cxn modelId="{A729D237-25B6-4F14-8882-90D9F98D035F}" type="presParOf" srcId="{9734C958-4B8D-4610-B11D-D1BEABFD897A}" destId="{98CBF6F2-988D-4719-994E-DF5CE47DCE3E}" srcOrd="0" destOrd="0" presId="urn:microsoft.com/office/officeart/2005/8/layout/process5"/>
    <dgm:cxn modelId="{AF3F479B-11F4-42AD-9CA2-9F445E782A8C}" type="presParOf" srcId="{CAB1A7C4-8442-416A-8172-F39CB8B386A9}" destId="{D07FB7D9-2EBA-42AB-8A17-C01A8B9F03B2}" srcOrd="8" destOrd="0" presId="urn:microsoft.com/office/officeart/2005/8/layout/process5"/>
    <dgm:cxn modelId="{55710B5B-1D26-40BF-A17E-299F08B29E42}" type="presParOf" srcId="{CAB1A7C4-8442-416A-8172-F39CB8B386A9}" destId="{C7735B46-5E82-42F2-93BC-ED36193C7376}" srcOrd="9" destOrd="0" presId="urn:microsoft.com/office/officeart/2005/8/layout/process5"/>
    <dgm:cxn modelId="{494637A9-447F-41C3-8B96-2E3F1EE379EC}" type="presParOf" srcId="{C7735B46-5E82-42F2-93BC-ED36193C7376}" destId="{F8BE5C3C-43AB-482B-9603-0325248865B2}" srcOrd="0" destOrd="0" presId="urn:microsoft.com/office/officeart/2005/8/layout/process5"/>
    <dgm:cxn modelId="{DAAA2BB3-B1FA-49C7-88D4-4D5ACB167838}" type="presParOf" srcId="{CAB1A7C4-8442-416A-8172-F39CB8B386A9}" destId="{5523AAB5-DF0F-4913-B06B-B05BB8A6A603}" srcOrd="10" destOrd="0" presId="urn:microsoft.com/office/officeart/2005/8/layout/process5"/>
    <dgm:cxn modelId="{0BF1A349-4BE7-4A04-BC3B-E1B18957CBEC}" type="presParOf" srcId="{CAB1A7C4-8442-416A-8172-F39CB8B386A9}" destId="{D6F5D389-F88A-4CF1-9EBB-3FD213DBAF9A}" srcOrd="11" destOrd="0" presId="urn:microsoft.com/office/officeart/2005/8/layout/process5"/>
    <dgm:cxn modelId="{43ED08AF-5D9A-49F5-9FB3-C62CF1D9AB56}" type="presParOf" srcId="{D6F5D389-F88A-4CF1-9EBB-3FD213DBAF9A}" destId="{1ADF276A-7856-4A57-B7D7-1DD168A72C36}" srcOrd="0" destOrd="0" presId="urn:microsoft.com/office/officeart/2005/8/layout/process5"/>
    <dgm:cxn modelId="{083DB391-95FE-422B-B9D9-B9FD3CF486E5}" type="presParOf" srcId="{CAB1A7C4-8442-416A-8172-F39CB8B386A9}" destId="{4EEB18EC-9F18-47E4-97CF-8F0877C44B37}" srcOrd="12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69EB803-D2E4-4E9C-B423-8BCD1D0446D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AF6003-B87F-405E-90BB-DBDD3691D04C}">
      <dgm:prSet phldrT="[Text]" phldr="0"/>
      <dgm:spPr/>
      <dgm:t>
        <a:bodyPr/>
        <a:lstStyle/>
        <a:p>
          <a:r>
            <a:rPr lang="en-US" dirty="0"/>
            <a:t>POC tech used</a:t>
          </a:r>
        </a:p>
      </dgm:t>
    </dgm:pt>
    <dgm:pt modelId="{6B368545-0DDA-4953-9443-3C284E88F995}" type="parTrans" cxnId="{4034B4E7-722A-479B-B0C1-A67F65B317F5}">
      <dgm:prSet/>
      <dgm:spPr/>
      <dgm:t>
        <a:bodyPr/>
        <a:lstStyle/>
        <a:p>
          <a:endParaRPr lang="en-US"/>
        </a:p>
      </dgm:t>
    </dgm:pt>
    <dgm:pt modelId="{287E2F41-23FA-4B01-ABC1-971F329D83D0}" type="sibTrans" cxnId="{4034B4E7-722A-479B-B0C1-A67F65B317F5}">
      <dgm:prSet/>
      <dgm:spPr/>
      <dgm:t>
        <a:bodyPr/>
        <a:lstStyle/>
        <a:p>
          <a:endParaRPr lang="en-US"/>
        </a:p>
      </dgm:t>
    </dgm:pt>
    <dgm:pt modelId="{9F6C88C5-26D4-48F4-9F74-A9ACAF7EEA49}">
      <dgm:prSet phldrT="[Text]"/>
      <dgm:spPr/>
      <dgm:t>
        <a:bodyPr/>
        <a:lstStyle/>
        <a:p>
          <a:r>
            <a:rPr lang="en-US" dirty="0"/>
            <a:t>Python</a:t>
          </a:r>
        </a:p>
      </dgm:t>
    </dgm:pt>
    <dgm:pt modelId="{36B2DC05-F5D2-49BC-B374-A8DCF92B3694}" type="parTrans" cxnId="{3B4CBA2A-35D1-41BF-A70F-45745C16E223}">
      <dgm:prSet/>
      <dgm:spPr/>
      <dgm:t>
        <a:bodyPr/>
        <a:lstStyle/>
        <a:p>
          <a:endParaRPr lang="en-US"/>
        </a:p>
      </dgm:t>
    </dgm:pt>
    <dgm:pt modelId="{B8D2634D-4299-469B-BD5C-81C361527E76}" type="sibTrans" cxnId="{3B4CBA2A-35D1-41BF-A70F-45745C16E223}">
      <dgm:prSet/>
      <dgm:spPr/>
      <dgm:t>
        <a:bodyPr/>
        <a:lstStyle/>
        <a:p>
          <a:endParaRPr lang="en-US"/>
        </a:p>
      </dgm:t>
    </dgm:pt>
    <dgm:pt modelId="{3295A729-C3F0-4974-BD82-97FD031494B3}">
      <dgm:prSet/>
      <dgm:spPr/>
      <dgm:t>
        <a:bodyPr/>
        <a:lstStyle/>
        <a:p>
          <a:r>
            <a:rPr lang="en-US"/>
            <a:t>Langraph</a:t>
          </a:r>
          <a:endParaRPr lang="en-US" dirty="0"/>
        </a:p>
      </dgm:t>
    </dgm:pt>
    <dgm:pt modelId="{FF0D78BD-2827-4FA5-98FB-87065D44EDAA}" type="parTrans" cxnId="{CD760593-C392-42AA-A187-27F01C77CB53}">
      <dgm:prSet/>
      <dgm:spPr/>
      <dgm:t>
        <a:bodyPr/>
        <a:lstStyle/>
        <a:p>
          <a:endParaRPr lang="en-US"/>
        </a:p>
      </dgm:t>
    </dgm:pt>
    <dgm:pt modelId="{C89E014B-EA95-4057-92CD-FC9AA523E37A}" type="sibTrans" cxnId="{CD760593-C392-42AA-A187-27F01C77CB53}">
      <dgm:prSet/>
      <dgm:spPr/>
      <dgm:t>
        <a:bodyPr/>
        <a:lstStyle/>
        <a:p>
          <a:endParaRPr lang="en-US"/>
        </a:p>
      </dgm:t>
    </dgm:pt>
    <dgm:pt modelId="{2B78D4BA-85A5-401C-8FF7-D1ECE321531A}">
      <dgm:prSet/>
      <dgm:spPr/>
      <dgm:t>
        <a:bodyPr/>
        <a:lstStyle/>
        <a:p>
          <a:r>
            <a:rPr lang="en-US"/>
            <a:t>LLM (gemini/open router) for testing</a:t>
          </a:r>
          <a:endParaRPr lang="en-US" dirty="0"/>
        </a:p>
      </dgm:t>
    </dgm:pt>
    <dgm:pt modelId="{1B863AD6-2E3E-42D8-B562-6ACDC586F823}" type="parTrans" cxnId="{2C664C86-5D57-45B1-BA66-D9FF19F2E579}">
      <dgm:prSet/>
      <dgm:spPr/>
      <dgm:t>
        <a:bodyPr/>
        <a:lstStyle/>
        <a:p>
          <a:endParaRPr lang="en-US"/>
        </a:p>
      </dgm:t>
    </dgm:pt>
    <dgm:pt modelId="{B09D23AD-2644-4EFF-B692-D433A14921BC}" type="sibTrans" cxnId="{2C664C86-5D57-45B1-BA66-D9FF19F2E579}">
      <dgm:prSet/>
      <dgm:spPr/>
      <dgm:t>
        <a:bodyPr/>
        <a:lstStyle/>
        <a:p>
          <a:endParaRPr lang="en-US"/>
        </a:p>
      </dgm:t>
    </dgm:pt>
    <dgm:pt modelId="{278D6E51-3454-43A1-8EAE-69DA8D3F0813}">
      <dgm:prSet/>
      <dgm:spPr/>
      <dgm:t>
        <a:bodyPr/>
        <a:lstStyle/>
        <a:p>
          <a:r>
            <a:rPr lang="en-US" dirty="0" err="1"/>
            <a:t>Streamlit</a:t>
          </a:r>
          <a:r>
            <a:rPr lang="en-US" dirty="0"/>
            <a:t> (for POC </a:t>
          </a:r>
          <a:r>
            <a:rPr lang="en-US"/>
            <a:t>demo)</a:t>
          </a:r>
          <a:endParaRPr lang="en-US" dirty="0"/>
        </a:p>
      </dgm:t>
    </dgm:pt>
    <dgm:pt modelId="{7C62994A-412C-4DC7-81F7-9B0A33D29CCD}" type="parTrans" cxnId="{EA11152D-C1F5-4C87-93DD-AE6FD120B047}">
      <dgm:prSet/>
      <dgm:spPr/>
      <dgm:t>
        <a:bodyPr/>
        <a:lstStyle/>
        <a:p>
          <a:endParaRPr lang="en-US"/>
        </a:p>
      </dgm:t>
    </dgm:pt>
    <dgm:pt modelId="{A22FFBB5-5816-4270-A6FE-5D5EBADB3AF6}" type="sibTrans" cxnId="{EA11152D-C1F5-4C87-93DD-AE6FD120B047}">
      <dgm:prSet/>
      <dgm:spPr/>
      <dgm:t>
        <a:bodyPr/>
        <a:lstStyle/>
        <a:p>
          <a:endParaRPr lang="en-US"/>
        </a:p>
      </dgm:t>
    </dgm:pt>
    <dgm:pt modelId="{4929AF3F-2668-4ADC-84C4-6FA797AD44CC}">
      <dgm:prSet/>
      <dgm:spPr/>
      <dgm:t>
        <a:bodyPr/>
        <a:lstStyle/>
        <a:p>
          <a:r>
            <a:rPr lang="en-US" dirty="0"/>
            <a:t>Future Ideas</a:t>
          </a:r>
        </a:p>
      </dgm:t>
    </dgm:pt>
    <dgm:pt modelId="{EE5EA733-2FAE-4922-8156-0C1D6BC79886}" type="parTrans" cxnId="{6960136B-12C9-4D94-BB6F-2BE712B2EDE5}">
      <dgm:prSet/>
      <dgm:spPr/>
      <dgm:t>
        <a:bodyPr/>
        <a:lstStyle/>
        <a:p>
          <a:endParaRPr lang="en-US"/>
        </a:p>
      </dgm:t>
    </dgm:pt>
    <dgm:pt modelId="{BDE63800-387F-417F-A615-BCDEDD49D6EA}" type="sibTrans" cxnId="{6960136B-12C9-4D94-BB6F-2BE712B2EDE5}">
      <dgm:prSet/>
      <dgm:spPr/>
      <dgm:t>
        <a:bodyPr/>
        <a:lstStyle/>
        <a:p>
          <a:endParaRPr lang="en-US"/>
        </a:p>
      </dgm:t>
    </dgm:pt>
    <dgm:pt modelId="{5A09A093-38F8-4CC7-B656-480ADA637D76}">
      <dgm:prSet/>
      <dgm:spPr/>
      <dgm:t>
        <a:bodyPr/>
        <a:lstStyle/>
        <a:p>
          <a:r>
            <a:rPr lang="en-US"/>
            <a:t>Frontend Framework (React/Vue)</a:t>
          </a:r>
          <a:endParaRPr lang="en-US" dirty="0"/>
        </a:p>
      </dgm:t>
    </dgm:pt>
    <dgm:pt modelId="{8072810C-5295-4AEF-B885-AF20FD7D9C4E}" type="parTrans" cxnId="{A60FA4EB-0DE6-40F6-B479-2BE312322212}">
      <dgm:prSet/>
      <dgm:spPr/>
      <dgm:t>
        <a:bodyPr/>
        <a:lstStyle/>
        <a:p>
          <a:endParaRPr lang="en-US"/>
        </a:p>
      </dgm:t>
    </dgm:pt>
    <dgm:pt modelId="{2908437E-AF0E-4CC3-9462-731FA148E65C}" type="sibTrans" cxnId="{A60FA4EB-0DE6-40F6-B479-2BE312322212}">
      <dgm:prSet/>
      <dgm:spPr/>
      <dgm:t>
        <a:bodyPr/>
        <a:lstStyle/>
        <a:p>
          <a:endParaRPr lang="en-US"/>
        </a:p>
      </dgm:t>
    </dgm:pt>
    <dgm:pt modelId="{D544565A-3604-4552-B1E8-BC2ED982D57C}">
      <dgm:prSet/>
      <dgm:spPr/>
      <dgm:t>
        <a:bodyPr/>
        <a:lstStyle/>
        <a:p>
          <a:r>
            <a:rPr lang="en-US" dirty="0"/>
            <a:t>Fast API</a:t>
          </a:r>
        </a:p>
      </dgm:t>
    </dgm:pt>
    <dgm:pt modelId="{809F1FFD-7DC3-4279-878C-88BA98963732}" type="parTrans" cxnId="{57E09164-70C2-44E5-B1E5-446E1B79CE2E}">
      <dgm:prSet/>
      <dgm:spPr/>
      <dgm:t>
        <a:bodyPr/>
        <a:lstStyle/>
        <a:p>
          <a:endParaRPr lang="en-US"/>
        </a:p>
      </dgm:t>
    </dgm:pt>
    <dgm:pt modelId="{4D5897F2-6432-48A8-AF17-A5AC6437FD52}" type="sibTrans" cxnId="{57E09164-70C2-44E5-B1E5-446E1B79CE2E}">
      <dgm:prSet/>
      <dgm:spPr/>
      <dgm:t>
        <a:bodyPr/>
        <a:lstStyle/>
        <a:p>
          <a:endParaRPr lang="en-US"/>
        </a:p>
      </dgm:t>
    </dgm:pt>
    <dgm:pt modelId="{800859D0-31D9-4360-B492-8AB60B30E05E}">
      <dgm:prSet/>
      <dgm:spPr/>
      <dgm:t>
        <a:bodyPr/>
        <a:lstStyle/>
        <a:p>
          <a:r>
            <a:rPr lang="en-US"/>
            <a:t>Docker</a:t>
          </a:r>
          <a:endParaRPr lang="en-US" dirty="0"/>
        </a:p>
      </dgm:t>
    </dgm:pt>
    <dgm:pt modelId="{3D677E49-5E9F-4545-AC54-916EC72A9EC0}" type="parTrans" cxnId="{E767F5EE-B0F1-4AB9-849E-18A5250A6C38}">
      <dgm:prSet/>
      <dgm:spPr/>
      <dgm:t>
        <a:bodyPr/>
        <a:lstStyle/>
        <a:p>
          <a:endParaRPr lang="en-US"/>
        </a:p>
      </dgm:t>
    </dgm:pt>
    <dgm:pt modelId="{DFFF54F0-CAA0-4555-A955-CABA7F992A82}" type="sibTrans" cxnId="{E767F5EE-B0F1-4AB9-849E-18A5250A6C38}">
      <dgm:prSet/>
      <dgm:spPr/>
      <dgm:t>
        <a:bodyPr/>
        <a:lstStyle/>
        <a:p>
          <a:endParaRPr lang="en-US"/>
        </a:p>
      </dgm:t>
    </dgm:pt>
    <dgm:pt modelId="{5502590B-0507-4506-82EB-FAEC762F2C74}" type="pres">
      <dgm:prSet presAssocID="{769EB803-D2E4-4E9C-B423-8BCD1D0446D0}" presName="linear" presStyleCnt="0">
        <dgm:presLayoutVars>
          <dgm:dir/>
          <dgm:animLvl val="lvl"/>
          <dgm:resizeHandles val="exact"/>
        </dgm:presLayoutVars>
      </dgm:prSet>
      <dgm:spPr/>
    </dgm:pt>
    <dgm:pt modelId="{4B113B24-0209-4E39-8EA3-DB3E4DBE1A40}" type="pres">
      <dgm:prSet presAssocID="{2AAF6003-B87F-405E-90BB-DBDD3691D04C}" presName="parentLin" presStyleCnt="0"/>
      <dgm:spPr/>
    </dgm:pt>
    <dgm:pt modelId="{F98BF2D5-45DC-4454-98FD-CBF2A8108B89}" type="pres">
      <dgm:prSet presAssocID="{2AAF6003-B87F-405E-90BB-DBDD3691D04C}" presName="parentLeftMargin" presStyleLbl="node1" presStyleIdx="0" presStyleCnt="2"/>
      <dgm:spPr/>
    </dgm:pt>
    <dgm:pt modelId="{A1DCE4D7-9712-49FD-995B-93460D25130C}" type="pres">
      <dgm:prSet presAssocID="{2AAF6003-B87F-405E-90BB-DBDD3691D04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9E01A31-5C22-468A-901D-16842357F2E8}" type="pres">
      <dgm:prSet presAssocID="{2AAF6003-B87F-405E-90BB-DBDD3691D04C}" presName="negativeSpace" presStyleCnt="0"/>
      <dgm:spPr/>
    </dgm:pt>
    <dgm:pt modelId="{E3F290A0-025F-4BC7-92BD-6200639FC9D5}" type="pres">
      <dgm:prSet presAssocID="{2AAF6003-B87F-405E-90BB-DBDD3691D04C}" presName="childText" presStyleLbl="conFgAcc1" presStyleIdx="0" presStyleCnt="2">
        <dgm:presLayoutVars>
          <dgm:bulletEnabled val="1"/>
        </dgm:presLayoutVars>
      </dgm:prSet>
      <dgm:spPr/>
    </dgm:pt>
    <dgm:pt modelId="{99FF4CCA-AA3B-47DD-B3C8-AD3C0377EA17}" type="pres">
      <dgm:prSet presAssocID="{287E2F41-23FA-4B01-ABC1-971F329D83D0}" presName="spaceBetweenRectangles" presStyleCnt="0"/>
      <dgm:spPr/>
    </dgm:pt>
    <dgm:pt modelId="{8B1EB35B-9846-44BA-B70F-791BB4AE1287}" type="pres">
      <dgm:prSet presAssocID="{4929AF3F-2668-4ADC-84C4-6FA797AD44CC}" presName="parentLin" presStyleCnt="0"/>
      <dgm:spPr/>
    </dgm:pt>
    <dgm:pt modelId="{C110AF17-78D5-45D6-AE45-B944A85C7BF3}" type="pres">
      <dgm:prSet presAssocID="{4929AF3F-2668-4ADC-84C4-6FA797AD44CC}" presName="parentLeftMargin" presStyleLbl="node1" presStyleIdx="0" presStyleCnt="2"/>
      <dgm:spPr/>
    </dgm:pt>
    <dgm:pt modelId="{B5505CE7-5692-45A1-B4E1-1045735D77C3}" type="pres">
      <dgm:prSet presAssocID="{4929AF3F-2668-4ADC-84C4-6FA797AD44CC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FE50143B-7B09-44DF-B3A5-9A2633A4B91C}" type="pres">
      <dgm:prSet presAssocID="{4929AF3F-2668-4ADC-84C4-6FA797AD44CC}" presName="negativeSpace" presStyleCnt="0"/>
      <dgm:spPr/>
    </dgm:pt>
    <dgm:pt modelId="{9A6CE3FC-08E2-426D-92DE-8080FB5052D0}" type="pres">
      <dgm:prSet presAssocID="{4929AF3F-2668-4ADC-84C4-6FA797AD44CC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7C288D0C-6D5C-444B-A130-8960AECB95DB}" type="presOf" srcId="{D544565A-3604-4552-B1E8-BC2ED982D57C}" destId="{9A6CE3FC-08E2-426D-92DE-8080FB5052D0}" srcOrd="0" destOrd="1" presId="urn:microsoft.com/office/officeart/2005/8/layout/list1"/>
    <dgm:cxn modelId="{3B4CBA2A-35D1-41BF-A70F-45745C16E223}" srcId="{2AAF6003-B87F-405E-90BB-DBDD3691D04C}" destId="{9F6C88C5-26D4-48F4-9F74-A9ACAF7EEA49}" srcOrd="0" destOrd="0" parTransId="{36B2DC05-F5D2-49BC-B374-A8DCF92B3694}" sibTransId="{B8D2634D-4299-469B-BD5C-81C361527E76}"/>
    <dgm:cxn modelId="{EA11152D-C1F5-4C87-93DD-AE6FD120B047}" srcId="{2AAF6003-B87F-405E-90BB-DBDD3691D04C}" destId="{278D6E51-3454-43A1-8EAE-69DA8D3F0813}" srcOrd="3" destOrd="0" parTransId="{7C62994A-412C-4DC7-81F7-9B0A33D29CCD}" sibTransId="{A22FFBB5-5816-4270-A6FE-5D5EBADB3AF6}"/>
    <dgm:cxn modelId="{CC80C336-9674-496C-B7BC-22C5C652039B}" type="presOf" srcId="{5A09A093-38F8-4CC7-B656-480ADA637D76}" destId="{9A6CE3FC-08E2-426D-92DE-8080FB5052D0}" srcOrd="0" destOrd="0" presId="urn:microsoft.com/office/officeart/2005/8/layout/list1"/>
    <dgm:cxn modelId="{351CA837-FB9C-4573-A436-459C737C3DC3}" type="presOf" srcId="{800859D0-31D9-4360-B492-8AB60B30E05E}" destId="{9A6CE3FC-08E2-426D-92DE-8080FB5052D0}" srcOrd="0" destOrd="2" presId="urn:microsoft.com/office/officeart/2005/8/layout/list1"/>
    <dgm:cxn modelId="{DFE0DA37-ED70-4CE7-8C3E-8CC41B9283AB}" type="presOf" srcId="{4929AF3F-2668-4ADC-84C4-6FA797AD44CC}" destId="{B5505CE7-5692-45A1-B4E1-1045735D77C3}" srcOrd="1" destOrd="0" presId="urn:microsoft.com/office/officeart/2005/8/layout/list1"/>
    <dgm:cxn modelId="{C73EEC3A-E901-4EAF-A8C3-34C8F8AE78C2}" type="presOf" srcId="{4929AF3F-2668-4ADC-84C4-6FA797AD44CC}" destId="{C110AF17-78D5-45D6-AE45-B944A85C7BF3}" srcOrd="0" destOrd="0" presId="urn:microsoft.com/office/officeart/2005/8/layout/list1"/>
    <dgm:cxn modelId="{57E09164-70C2-44E5-B1E5-446E1B79CE2E}" srcId="{4929AF3F-2668-4ADC-84C4-6FA797AD44CC}" destId="{D544565A-3604-4552-B1E8-BC2ED982D57C}" srcOrd="1" destOrd="0" parTransId="{809F1FFD-7DC3-4279-878C-88BA98963732}" sibTransId="{4D5897F2-6432-48A8-AF17-A5AC6437FD52}"/>
    <dgm:cxn modelId="{6960136B-12C9-4D94-BB6F-2BE712B2EDE5}" srcId="{769EB803-D2E4-4E9C-B423-8BCD1D0446D0}" destId="{4929AF3F-2668-4ADC-84C4-6FA797AD44CC}" srcOrd="1" destOrd="0" parTransId="{EE5EA733-2FAE-4922-8156-0C1D6BC79886}" sibTransId="{BDE63800-387F-417F-A615-BCDEDD49D6EA}"/>
    <dgm:cxn modelId="{A0FD764D-2163-4BD2-BB6E-2D6A02DAFB81}" type="presOf" srcId="{2AAF6003-B87F-405E-90BB-DBDD3691D04C}" destId="{F98BF2D5-45DC-4454-98FD-CBF2A8108B89}" srcOrd="0" destOrd="0" presId="urn:microsoft.com/office/officeart/2005/8/layout/list1"/>
    <dgm:cxn modelId="{2C664C86-5D57-45B1-BA66-D9FF19F2E579}" srcId="{2AAF6003-B87F-405E-90BB-DBDD3691D04C}" destId="{2B78D4BA-85A5-401C-8FF7-D1ECE321531A}" srcOrd="2" destOrd="0" parTransId="{1B863AD6-2E3E-42D8-B562-6ACDC586F823}" sibTransId="{B09D23AD-2644-4EFF-B692-D433A14921BC}"/>
    <dgm:cxn modelId="{D569DF89-F303-4456-926C-7B19AF82F12E}" type="presOf" srcId="{2B78D4BA-85A5-401C-8FF7-D1ECE321531A}" destId="{E3F290A0-025F-4BC7-92BD-6200639FC9D5}" srcOrd="0" destOrd="2" presId="urn:microsoft.com/office/officeart/2005/8/layout/list1"/>
    <dgm:cxn modelId="{77D2D08C-50DD-4B9D-AF46-13F0DCCED705}" type="presOf" srcId="{3295A729-C3F0-4974-BD82-97FD031494B3}" destId="{E3F290A0-025F-4BC7-92BD-6200639FC9D5}" srcOrd="0" destOrd="1" presId="urn:microsoft.com/office/officeart/2005/8/layout/list1"/>
    <dgm:cxn modelId="{CD760593-C392-42AA-A187-27F01C77CB53}" srcId="{2AAF6003-B87F-405E-90BB-DBDD3691D04C}" destId="{3295A729-C3F0-4974-BD82-97FD031494B3}" srcOrd="1" destOrd="0" parTransId="{FF0D78BD-2827-4FA5-98FB-87065D44EDAA}" sibTransId="{C89E014B-EA95-4057-92CD-FC9AA523E37A}"/>
    <dgm:cxn modelId="{ED35D2D9-2996-4481-8685-81D2036A3E14}" type="presOf" srcId="{769EB803-D2E4-4E9C-B423-8BCD1D0446D0}" destId="{5502590B-0507-4506-82EB-FAEC762F2C74}" srcOrd="0" destOrd="0" presId="urn:microsoft.com/office/officeart/2005/8/layout/list1"/>
    <dgm:cxn modelId="{CA093FDE-20D3-4688-A9B2-2CCEB1BCDC90}" type="presOf" srcId="{278D6E51-3454-43A1-8EAE-69DA8D3F0813}" destId="{E3F290A0-025F-4BC7-92BD-6200639FC9D5}" srcOrd="0" destOrd="3" presId="urn:microsoft.com/office/officeart/2005/8/layout/list1"/>
    <dgm:cxn modelId="{B6DDF8E1-F770-48B8-834E-37073F1AF295}" type="presOf" srcId="{2AAF6003-B87F-405E-90BB-DBDD3691D04C}" destId="{A1DCE4D7-9712-49FD-995B-93460D25130C}" srcOrd="1" destOrd="0" presId="urn:microsoft.com/office/officeart/2005/8/layout/list1"/>
    <dgm:cxn modelId="{4034B4E7-722A-479B-B0C1-A67F65B317F5}" srcId="{769EB803-D2E4-4E9C-B423-8BCD1D0446D0}" destId="{2AAF6003-B87F-405E-90BB-DBDD3691D04C}" srcOrd="0" destOrd="0" parTransId="{6B368545-0DDA-4953-9443-3C284E88F995}" sibTransId="{287E2F41-23FA-4B01-ABC1-971F329D83D0}"/>
    <dgm:cxn modelId="{A60FA4EB-0DE6-40F6-B479-2BE312322212}" srcId="{4929AF3F-2668-4ADC-84C4-6FA797AD44CC}" destId="{5A09A093-38F8-4CC7-B656-480ADA637D76}" srcOrd="0" destOrd="0" parTransId="{8072810C-5295-4AEF-B885-AF20FD7D9C4E}" sibTransId="{2908437E-AF0E-4CC3-9462-731FA148E65C}"/>
    <dgm:cxn modelId="{421CD3ED-C032-4A7D-9378-F7CAB4CF313F}" type="presOf" srcId="{9F6C88C5-26D4-48F4-9F74-A9ACAF7EEA49}" destId="{E3F290A0-025F-4BC7-92BD-6200639FC9D5}" srcOrd="0" destOrd="0" presId="urn:microsoft.com/office/officeart/2005/8/layout/list1"/>
    <dgm:cxn modelId="{E767F5EE-B0F1-4AB9-849E-18A5250A6C38}" srcId="{4929AF3F-2668-4ADC-84C4-6FA797AD44CC}" destId="{800859D0-31D9-4360-B492-8AB60B30E05E}" srcOrd="2" destOrd="0" parTransId="{3D677E49-5E9F-4545-AC54-916EC72A9EC0}" sibTransId="{DFFF54F0-CAA0-4555-A955-CABA7F992A82}"/>
    <dgm:cxn modelId="{5F2E8E54-80CE-4273-8584-B2D4BF78B44D}" type="presParOf" srcId="{5502590B-0507-4506-82EB-FAEC762F2C74}" destId="{4B113B24-0209-4E39-8EA3-DB3E4DBE1A40}" srcOrd="0" destOrd="0" presId="urn:microsoft.com/office/officeart/2005/8/layout/list1"/>
    <dgm:cxn modelId="{87DD0807-D798-4AEE-B37A-EB5B8A8509D9}" type="presParOf" srcId="{4B113B24-0209-4E39-8EA3-DB3E4DBE1A40}" destId="{F98BF2D5-45DC-4454-98FD-CBF2A8108B89}" srcOrd="0" destOrd="0" presId="urn:microsoft.com/office/officeart/2005/8/layout/list1"/>
    <dgm:cxn modelId="{113FAF8C-7EA5-4CF7-B068-FE86677145DF}" type="presParOf" srcId="{4B113B24-0209-4E39-8EA3-DB3E4DBE1A40}" destId="{A1DCE4D7-9712-49FD-995B-93460D25130C}" srcOrd="1" destOrd="0" presId="urn:microsoft.com/office/officeart/2005/8/layout/list1"/>
    <dgm:cxn modelId="{6038F23C-871C-4225-85FA-9C504AEE5E9A}" type="presParOf" srcId="{5502590B-0507-4506-82EB-FAEC762F2C74}" destId="{79E01A31-5C22-468A-901D-16842357F2E8}" srcOrd="1" destOrd="0" presId="urn:microsoft.com/office/officeart/2005/8/layout/list1"/>
    <dgm:cxn modelId="{5AE35F60-558D-4FFC-AAA4-937A5EA26011}" type="presParOf" srcId="{5502590B-0507-4506-82EB-FAEC762F2C74}" destId="{E3F290A0-025F-4BC7-92BD-6200639FC9D5}" srcOrd="2" destOrd="0" presId="urn:microsoft.com/office/officeart/2005/8/layout/list1"/>
    <dgm:cxn modelId="{AC70C3D7-4A36-4EBC-8200-7656C5FF161C}" type="presParOf" srcId="{5502590B-0507-4506-82EB-FAEC762F2C74}" destId="{99FF4CCA-AA3B-47DD-B3C8-AD3C0377EA17}" srcOrd="3" destOrd="0" presId="urn:microsoft.com/office/officeart/2005/8/layout/list1"/>
    <dgm:cxn modelId="{B50C6E12-9C26-451D-8BE7-135B13FFE461}" type="presParOf" srcId="{5502590B-0507-4506-82EB-FAEC762F2C74}" destId="{8B1EB35B-9846-44BA-B70F-791BB4AE1287}" srcOrd="4" destOrd="0" presId="urn:microsoft.com/office/officeart/2005/8/layout/list1"/>
    <dgm:cxn modelId="{30182CDB-5357-40A0-9A41-65BF4051115F}" type="presParOf" srcId="{8B1EB35B-9846-44BA-B70F-791BB4AE1287}" destId="{C110AF17-78D5-45D6-AE45-B944A85C7BF3}" srcOrd="0" destOrd="0" presId="urn:microsoft.com/office/officeart/2005/8/layout/list1"/>
    <dgm:cxn modelId="{83B1F4B2-86E7-4F94-8E78-AFB366243F62}" type="presParOf" srcId="{8B1EB35B-9846-44BA-B70F-791BB4AE1287}" destId="{B5505CE7-5692-45A1-B4E1-1045735D77C3}" srcOrd="1" destOrd="0" presId="urn:microsoft.com/office/officeart/2005/8/layout/list1"/>
    <dgm:cxn modelId="{F850843D-06A4-4E84-A577-FADAAE6A709B}" type="presParOf" srcId="{5502590B-0507-4506-82EB-FAEC762F2C74}" destId="{FE50143B-7B09-44DF-B3A5-9A2633A4B91C}" srcOrd="5" destOrd="0" presId="urn:microsoft.com/office/officeart/2005/8/layout/list1"/>
    <dgm:cxn modelId="{2C1B68B8-4A77-4296-AC88-4F2E3DEE13E3}" type="presParOf" srcId="{5502590B-0507-4506-82EB-FAEC762F2C74}" destId="{9A6CE3FC-08E2-426D-92DE-8080FB5052D0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17A9C7-AA96-4CD9-8DF5-FC42C63BF512}">
      <dsp:nvSpPr>
        <dsp:cNvPr id="0" name=""/>
        <dsp:cNvSpPr/>
      </dsp:nvSpPr>
      <dsp:spPr>
        <a:xfrm>
          <a:off x="51" y="290765"/>
          <a:ext cx="4913783" cy="604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Problem and Opportunity</a:t>
          </a:r>
        </a:p>
      </dsp:txBody>
      <dsp:txXfrm>
        <a:off x="51" y="290765"/>
        <a:ext cx="4913783" cy="604800"/>
      </dsp:txXfrm>
    </dsp:sp>
    <dsp:sp modelId="{B6D600D4-97A8-4D90-9A2B-EF08F6CB5CB2}">
      <dsp:nvSpPr>
        <dsp:cNvPr id="0" name=""/>
        <dsp:cNvSpPr/>
      </dsp:nvSpPr>
      <dsp:spPr>
        <a:xfrm>
          <a:off x="51" y="895565"/>
          <a:ext cx="4913783" cy="46116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Delayed shipments require manual investigation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The disruptions may be caused by multiple elements and need additional information for assessment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If there are multiple shipments, slight delays might be captured unnecessarily and needs to be filtered out  for further investigation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Critical scenarios need immediate action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Uncommon scenarios still need human review</a:t>
          </a:r>
          <a:endParaRPr lang="en-US" sz="2100" kern="1200" dirty="0"/>
        </a:p>
      </dsp:txBody>
      <dsp:txXfrm>
        <a:off x="51" y="895565"/>
        <a:ext cx="4913783" cy="4611600"/>
      </dsp:txXfrm>
    </dsp:sp>
    <dsp:sp modelId="{A87DF417-BE29-4574-8844-DD8D009BEA48}">
      <dsp:nvSpPr>
        <dsp:cNvPr id="0" name=""/>
        <dsp:cNvSpPr/>
      </dsp:nvSpPr>
      <dsp:spPr>
        <a:xfrm>
          <a:off x="5601764" y="290765"/>
          <a:ext cx="4913783" cy="604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Opportunity</a:t>
          </a:r>
        </a:p>
      </dsp:txBody>
      <dsp:txXfrm>
        <a:off x="5601764" y="290765"/>
        <a:ext cx="4913783" cy="604800"/>
      </dsp:txXfrm>
    </dsp:sp>
    <dsp:sp modelId="{B4C33C3A-2DA8-4465-A10E-0B77467A1CA2}">
      <dsp:nvSpPr>
        <dsp:cNvPr id="0" name=""/>
        <dsp:cNvSpPr/>
      </dsp:nvSpPr>
      <dsp:spPr>
        <a:xfrm>
          <a:off x="5601764" y="895565"/>
          <a:ext cx="4913783" cy="46116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Using an AI agent as an assistant can help collect the necessary data faster and also perform initial investigation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Given the available information, this will be a data-driven decision making  to be able to have a recommended next steps to take</a:t>
          </a:r>
        </a:p>
      </dsp:txBody>
      <dsp:txXfrm>
        <a:off x="5601764" y="895565"/>
        <a:ext cx="4913783" cy="46116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4308C8-ECDF-49A6-B192-81D071CE32FA}">
      <dsp:nvSpPr>
        <dsp:cNvPr id="0" name=""/>
        <dsp:cNvSpPr/>
      </dsp:nvSpPr>
      <dsp:spPr>
        <a:xfrm>
          <a:off x="5410440" y="2002635"/>
          <a:ext cx="1566335" cy="3727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3995"/>
              </a:lnTo>
              <a:lnTo>
                <a:pt x="1566335" y="253995"/>
              </a:lnTo>
              <a:lnTo>
                <a:pt x="1566335" y="37271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BD3B3F-A272-4DFA-9369-1A7AE4279E03}">
      <dsp:nvSpPr>
        <dsp:cNvPr id="0" name=""/>
        <dsp:cNvSpPr/>
      </dsp:nvSpPr>
      <dsp:spPr>
        <a:xfrm>
          <a:off x="5410440" y="3189134"/>
          <a:ext cx="783167" cy="3727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3995"/>
              </a:lnTo>
              <a:lnTo>
                <a:pt x="783167" y="253995"/>
              </a:lnTo>
              <a:lnTo>
                <a:pt x="783167" y="37271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1E9806-EDC3-4BBF-A1F2-9E34D44B7059}">
      <dsp:nvSpPr>
        <dsp:cNvPr id="0" name=""/>
        <dsp:cNvSpPr/>
      </dsp:nvSpPr>
      <dsp:spPr>
        <a:xfrm>
          <a:off x="4627272" y="3189134"/>
          <a:ext cx="783167" cy="372716"/>
        </a:xfrm>
        <a:custGeom>
          <a:avLst/>
          <a:gdLst/>
          <a:ahLst/>
          <a:cxnLst/>
          <a:rect l="0" t="0" r="0" b="0"/>
          <a:pathLst>
            <a:path>
              <a:moveTo>
                <a:pt x="783167" y="0"/>
              </a:moveTo>
              <a:lnTo>
                <a:pt x="783167" y="253995"/>
              </a:lnTo>
              <a:lnTo>
                <a:pt x="0" y="253995"/>
              </a:lnTo>
              <a:lnTo>
                <a:pt x="0" y="37271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97080A-8BE3-4662-BED7-F6AEF33CDC3B}">
      <dsp:nvSpPr>
        <dsp:cNvPr id="0" name=""/>
        <dsp:cNvSpPr/>
      </dsp:nvSpPr>
      <dsp:spPr>
        <a:xfrm>
          <a:off x="5364720" y="2002635"/>
          <a:ext cx="91440" cy="37271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7271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991679-FE22-4E25-B2BB-1E894AE58544}">
      <dsp:nvSpPr>
        <dsp:cNvPr id="0" name=""/>
        <dsp:cNvSpPr/>
      </dsp:nvSpPr>
      <dsp:spPr>
        <a:xfrm>
          <a:off x="3844105" y="2002635"/>
          <a:ext cx="1566335" cy="372716"/>
        </a:xfrm>
        <a:custGeom>
          <a:avLst/>
          <a:gdLst/>
          <a:ahLst/>
          <a:cxnLst/>
          <a:rect l="0" t="0" r="0" b="0"/>
          <a:pathLst>
            <a:path>
              <a:moveTo>
                <a:pt x="1566335" y="0"/>
              </a:moveTo>
              <a:lnTo>
                <a:pt x="1566335" y="253995"/>
              </a:lnTo>
              <a:lnTo>
                <a:pt x="0" y="253995"/>
              </a:lnTo>
              <a:lnTo>
                <a:pt x="0" y="37271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2D48CC-3021-4550-811B-A74169E18CA8}">
      <dsp:nvSpPr>
        <dsp:cNvPr id="0" name=""/>
        <dsp:cNvSpPr/>
      </dsp:nvSpPr>
      <dsp:spPr>
        <a:xfrm>
          <a:off x="5364720" y="816136"/>
          <a:ext cx="91440" cy="37271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7271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646107-CB69-4938-9251-220C400D2E41}">
      <dsp:nvSpPr>
        <dsp:cNvPr id="0" name=""/>
        <dsp:cNvSpPr/>
      </dsp:nvSpPr>
      <dsp:spPr>
        <a:xfrm>
          <a:off x="4769667" y="2354"/>
          <a:ext cx="1281546" cy="8137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C065912-B077-4FAF-9D22-DEEF61FE3F03}">
      <dsp:nvSpPr>
        <dsp:cNvPr id="0" name=""/>
        <dsp:cNvSpPr/>
      </dsp:nvSpPr>
      <dsp:spPr>
        <a:xfrm>
          <a:off x="4912061" y="137628"/>
          <a:ext cx="1281546" cy="8137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Shipment</a:t>
          </a:r>
        </a:p>
      </dsp:txBody>
      <dsp:txXfrm>
        <a:off x="4935896" y="161463"/>
        <a:ext cx="1233876" cy="766112"/>
      </dsp:txXfrm>
    </dsp:sp>
    <dsp:sp modelId="{21DB4E7B-FED3-4D7A-B1A4-E4EBF46A5357}">
      <dsp:nvSpPr>
        <dsp:cNvPr id="0" name=""/>
        <dsp:cNvSpPr/>
      </dsp:nvSpPr>
      <dsp:spPr>
        <a:xfrm>
          <a:off x="4769667" y="1188853"/>
          <a:ext cx="1281546" cy="8137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A6A7953-F6EE-41DD-B60C-2A3AA9042DD6}">
      <dsp:nvSpPr>
        <dsp:cNvPr id="0" name=""/>
        <dsp:cNvSpPr/>
      </dsp:nvSpPr>
      <dsp:spPr>
        <a:xfrm>
          <a:off x="4912061" y="1324127"/>
          <a:ext cx="1281546" cy="8137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AI Assistant</a:t>
          </a:r>
        </a:p>
      </dsp:txBody>
      <dsp:txXfrm>
        <a:off x="4935896" y="1347962"/>
        <a:ext cx="1233876" cy="766112"/>
      </dsp:txXfrm>
    </dsp:sp>
    <dsp:sp modelId="{46DDFFB0-DFB4-4EBD-A846-8394D8924EAE}">
      <dsp:nvSpPr>
        <dsp:cNvPr id="0" name=""/>
        <dsp:cNvSpPr/>
      </dsp:nvSpPr>
      <dsp:spPr>
        <a:xfrm>
          <a:off x="3203331" y="2375352"/>
          <a:ext cx="1281546" cy="8137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5D520DA-68FD-44AD-B371-126015BF4220}">
      <dsp:nvSpPr>
        <dsp:cNvPr id="0" name=""/>
        <dsp:cNvSpPr/>
      </dsp:nvSpPr>
      <dsp:spPr>
        <a:xfrm>
          <a:off x="3345726" y="2510626"/>
          <a:ext cx="1281546" cy="8137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Assess</a:t>
          </a:r>
        </a:p>
      </dsp:txBody>
      <dsp:txXfrm>
        <a:off x="3369561" y="2534461"/>
        <a:ext cx="1233876" cy="766112"/>
      </dsp:txXfrm>
    </dsp:sp>
    <dsp:sp modelId="{53B33475-A35C-465D-A781-9C9DCDA61705}">
      <dsp:nvSpPr>
        <dsp:cNvPr id="0" name=""/>
        <dsp:cNvSpPr/>
      </dsp:nvSpPr>
      <dsp:spPr>
        <a:xfrm>
          <a:off x="4769667" y="2375352"/>
          <a:ext cx="1281546" cy="8137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F1ADDC6-072C-4367-A612-7815316DB135}">
      <dsp:nvSpPr>
        <dsp:cNvPr id="0" name=""/>
        <dsp:cNvSpPr/>
      </dsp:nvSpPr>
      <dsp:spPr>
        <a:xfrm>
          <a:off x="4912061" y="2510626"/>
          <a:ext cx="1281546" cy="8137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Investigate</a:t>
          </a:r>
        </a:p>
      </dsp:txBody>
      <dsp:txXfrm>
        <a:off x="4935896" y="2534461"/>
        <a:ext cx="1233876" cy="766112"/>
      </dsp:txXfrm>
    </dsp:sp>
    <dsp:sp modelId="{162D9B99-77E1-401B-9801-65C8C6D7A1AB}">
      <dsp:nvSpPr>
        <dsp:cNvPr id="0" name=""/>
        <dsp:cNvSpPr/>
      </dsp:nvSpPr>
      <dsp:spPr>
        <a:xfrm>
          <a:off x="3986499" y="3561850"/>
          <a:ext cx="1281546" cy="8137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E13ADCE-5D3E-406D-AD96-E24068807D68}">
      <dsp:nvSpPr>
        <dsp:cNvPr id="0" name=""/>
        <dsp:cNvSpPr/>
      </dsp:nvSpPr>
      <dsp:spPr>
        <a:xfrm>
          <a:off x="4128893" y="3697125"/>
          <a:ext cx="1281546" cy="8137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Take Action</a:t>
          </a:r>
          <a:endParaRPr lang="en-US" sz="1400" kern="1200" dirty="0"/>
        </a:p>
      </dsp:txBody>
      <dsp:txXfrm>
        <a:off x="4152728" y="3720960"/>
        <a:ext cx="1233876" cy="766112"/>
      </dsp:txXfrm>
    </dsp:sp>
    <dsp:sp modelId="{29D2AB79-1272-45EF-BA56-0649E894162D}">
      <dsp:nvSpPr>
        <dsp:cNvPr id="0" name=""/>
        <dsp:cNvSpPr/>
      </dsp:nvSpPr>
      <dsp:spPr>
        <a:xfrm>
          <a:off x="5552834" y="3561850"/>
          <a:ext cx="1281546" cy="8137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9F5BC77-AAA5-4C3E-8442-D37D189B31D5}">
      <dsp:nvSpPr>
        <dsp:cNvPr id="0" name=""/>
        <dsp:cNvSpPr/>
      </dsp:nvSpPr>
      <dsp:spPr>
        <a:xfrm>
          <a:off x="5695228" y="3697125"/>
          <a:ext cx="1281546" cy="8137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Human Review</a:t>
          </a:r>
          <a:endParaRPr lang="en-US" sz="1400" kern="1200" dirty="0"/>
        </a:p>
      </dsp:txBody>
      <dsp:txXfrm>
        <a:off x="5719063" y="3720960"/>
        <a:ext cx="1233876" cy="766112"/>
      </dsp:txXfrm>
    </dsp:sp>
    <dsp:sp modelId="{FB598FF7-79AD-4BF5-ABAC-682F98974B54}">
      <dsp:nvSpPr>
        <dsp:cNvPr id="0" name=""/>
        <dsp:cNvSpPr/>
      </dsp:nvSpPr>
      <dsp:spPr>
        <a:xfrm>
          <a:off x="6336002" y="2375352"/>
          <a:ext cx="1281546" cy="8137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B30A2AA0-90EB-4ED8-9589-24AA9EB2C6E0}">
      <dsp:nvSpPr>
        <dsp:cNvPr id="0" name=""/>
        <dsp:cNvSpPr/>
      </dsp:nvSpPr>
      <dsp:spPr>
        <a:xfrm>
          <a:off x="6478396" y="2510626"/>
          <a:ext cx="1281546" cy="8137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Recommend</a:t>
          </a:r>
        </a:p>
      </dsp:txBody>
      <dsp:txXfrm>
        <a:off x="6502231" y="2534461"/>
        <a:ext cx="1233876" cy="7661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7E353E-CCA7-4B3B-BC95-E251B20F303F}">
      <dsp:nvSpPr>
        <dsp:cNvPr id="0" name=""/>
        <dsp:cNvSpPr/>
      </dsp:nvSpPr>
      <dsp:spPr>
        <a:xfrm>
          <a:off x="3426" y="102031"/>
          <a:ext cx="3340372" cy="576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Scope</a:t>
          </a:r>
        </a:p>
      </dsp:txBody>
      <dsp:txXfrm>
        <a:off x="3426" y="102031"/>
        <a:ext cx="3340372" cy="576000"/>
      </dsp:txXfrm>
    </dsp:sp>
    <dsp:sp modelId="{2A1FE4CC-4BAB-4BDC-867F-9A9E2E868CE0}">
      <dsp:nvSpPr>
        <dsp:cNvPr id="0" name=""/>
        <dsp:cNvSpPr/>
      </dsp:nvSpPr>
      <dsp:spPr>
        <a:xfrm>
          <a:off x="3426" y="678031"/>
          <a:ext cx="3340372" cy="37331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Shipment Assessment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Investigation logic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Weather look up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Shipment Data look up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Routes look up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Confidence Assessment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Human Review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Recommendation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Multiple LLM option (manual)</a:t>
          </a:r>
        </a:p>
      </dsp:txBody>
      <dsp:txXfrm>
        <a:off x="3426" y="678031"/>
        <a:ext cx="3340372" cy="3733199"/>
      </dsp:txXfrm>
    </dsp:sp>
    <dsp:sp modelId="{B65C6157-B738-494C-82F3-328190F6E190}">
      <dsp:nvSpPr>
        <dsp:cNvPr id="0" name=""/>
        <dsp:cNvSpPr/>
      </dsp:nvSpPr>
      <dsp:spPr>
        <a:xfrm>
          <a:off x="3811451" y="102031"/>
          <a:ext cx="3340372" cy="576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Limitations</a:t>
          </a:r>
        </a:p>
      </dsp:txBody>
      <dsp:txXfrm>
        <a:off x="3811451" y="102031"/>
        <a:ext cx="3340372" cy="576000"/>
      </dsp:txXfrm>
    </dsp:sp>
    <dsp:sp modelId="{D9D8BA2F-93AF-4C2A-8FA7-14B4E8B8509B}">
      <dsp:nvSpPr>
        <dsp:cNvPr id="0" name=""/>
        <dsp:cNvSpPr/>
      </dsp:nvSpPr>
      <dsp:spPr>
        <a:xfrm>
          <a:off x="3811451" y="678031"/>
          <a:ext cx="3340372" cy="37331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Mock shipping Data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Mock weather Data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Mock routes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No action override (auto-change route or perform action)</a:t>
          </a:r>
        </a:p>
      </dsp:txBody>
      <dsp:txXfrm>
        <a:off x="3811451" y="678031"/>
        <a:ext cx="3340372" cy="3733199"/>
      </dsp:txXfrm>
    </dsp:sp>
    <dsp:sp modelId="{79EF2F2F-FF32-45A9-8B87-69F176599344}">
      <dsp:nvSpPr>
        <dsp:cNvPr id="0" name=""/>
        <dsp:cNvSpPr/>
      </dsp:nvSpPr>
      <dsp:spPr>
        <a:xfrm>
          <a:off x="7619476" y="102031"/>
          <a:ext cx="3340372" cy="576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Nice to Have</a:t>
          </a:r>
        </a:p>
      </dsp:txBody>
      <dsp:txXfrm>
        <a:off x="7619476" y="102031"/>
        <a:ext cx="3340372" cy="576000"/>
      </dsp:txXfrm>
    </dsp:sp>
    <dsp:sp modelId="{2E83E76C-8002-4956-9A27-B9D6A2C377ED}">
      <dsp:nvSpPr>
        <dsp:cNvPr id="0" name=""/>
        <dsp:cNvSpPr/>
      </dsp:nvSpPr>
      <dsp:spPr>
        <a:xfrm>
          <a:off x="7619476" y="678031"/>
          <a:ext cx="3340372" cy="37331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Booking Agent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Live Tracking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Analytics</a:t>
          </a:r>
        </a:p>
      </dsp:txBody>
      <dsp:txXfrm>
        <a:off x="7619476" y="678031"/>
        <a:ext cx="3340372" cy="373319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DE9370-2D8F-4E96-805E-CB2ADF436C64}">
      <dsp:nvSpPr>
        <dsp:cNvPr id="0" name=""/>
        <dsp:cNvSpPr/>
      </dsp:nvSpPr>
      <dsp:spPr>
        <a:xfrm>
          <a:off x="4817" y="571455"/>
          <a:ext cx="2106469" cy="12638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Streamlit</a:t>
          </a:r>
          <a:r>
            <a:rPr lang="en-US" sz="1600" kern="1200" dirty="0"/>
            <a:t> UI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Shipment Input</a:t>
          </a:r>
          <a:endParaRPr lang="en-US" sz="1200" kern="1200" dirty="0"/>
        </a:p>
      </dsp:txBody>
      <dsp:txXfrm>
        <a:off x="41835" y="608473"/>
        <a:ext cx="2032433" cy="1189845"/>
      </dsp:txXfrm>
    </dsp:sp>
    <dsp:sp modelId="{FF008E62-2163-4B3F-8D39-972FA71D801D}">
      <dsp:nvSpPr>
        <dsp:cNvPr id="0" name=""/>
        <dsp:cNvSpPr/>
      </dsp:nvSpPr>
      <dsp:spPr>
        <a:xfrm>
          <a:off x="2296656" y="942194"/>
          <a:ext cx="446571" cy="52240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2296656" y="1046675"/>
        <a:ext cx="312600" cy="313442"/>
      </dsp:txXfrm>
    </dsp:sp>
    <dsp:sp modelId="{635FBAF3-BDBC-4362-B9BF-4F91E9D7C8E0}">
      <dsp:nvSpPr>
        <dsp:cNvPr id="0" name=""/>
        <dsp:cNvSpPr/>
      </dsp:nvSpPr>
      <dsp:spPr>
        <a:xfrm>
          <a:off x="2953874" y="571455"/>
          <a:ext cx="2106469" cy="12638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Langraph</a:t>
          </a:r>
          <a:r>
            <a:rPr lang="en-US" sz="1600" kern="1200" dirty="0"/>
            <a:t> Orchestration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Define Nodes and Flow</a:t>
          </a:r>
          <a:endParaRPr lang="en-US" sz="1200" kern="1200" dirty="0"/>
        </a:p>
      </dsp:txBody>
      <dsp:txXfrm>
        <a:off x="2990892" y="608473"/>
        <a:ext cx="2032433" cy="1189845"/>
      </dsp:txXfrm>
    </dsp:sp>
    <dsp:sp modelId="{A12A4067-1CED-4A42-B986-4F0BC53D8252}">
      <dsp:nvSpPr>
        <dsp:cNvPr id="0" name=""/>
        <dsp:cNvSpPr/>
      </dsp:nvSpPr>
      <dsp:spPr>
        <a:xfrm>
          <a:off x="5245712" y="942194"/>
          <a:ext cx="446571" cy="52240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5245712" y="1046675"/>
        <a:ext cx="312600" cy="313442"/>
      </dsp:txXfrm>
    </dsp:sp>
    <dsp:sp modelId="{C4876BEA-45A8-4C69-8178-6220BDBF5EB6}">
      <dsp:nvSpPr>
        <dsp:cNvPr id="0" name=""/>
        <dsp:cNvSpPr/>
      </dsp:nvSpPr>
      <dsp:spPr>
        <a:xfrm>
          <a:off x="5902931" y="571455"/>
          <a:ext cx="2106469" cy="12638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LLM Shipment Assessment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Initial Data look up and decide what tools to use</a:t>
          </a:r>
          <a:endParaRPr lang="en-US" sz="1200" kern="1200" dirty="0"/>
        </a:p>
      </dsp:txBody>
      <dsp:txXfrm>
        <a:off x="5939949" y="608473"/>
        <a:ext cx="2032433" cy="1189845"/>
      </dsp:txXfrm>
    </dsp:sp>
    <dsp:sp modelId="{4CE92F29-FB5E-4255-B018-A3FCAAD06B97}">
      <dsp:nvSpPr>
        <dsp:cNvPr id="0" name=""/>
        <dsp:cNvSpPr/>
      </dsp:nvSpPr>
      <dsp:spPr>
        <a:xfrm>
          <a:off x="8194769" y="942194"/>
          <a:ext cx="446571" cy="52240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8194769" y="1046675"/>
        <a:ext cx="312600" cy="313442"/>
      </dsp:txXfrm>
    </dsp:sp>
    <dsp:sp modelId="{EBF16C08-322F-42C6-9F88-149CE28AE508}">
      <dsp:nvSpPr>
        <dsp:cNvPr id="0" name=""/>
        <dsp:cNvSpPr/>
      </dsp:nvSpPr>
      <dsp:spPr>
        <a:xfrm>
          <a:off x="8851988" y="571455"/>
          <a:ext cx="2106469" cy="12638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Decision Route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Weather Tool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Carrier Route Tool</a:t>
          </a:r>
        </a:p>
      </dsp:txBody>
      <dsp:txXfrm>
        <a:off x="8889006" y="608473"/>
        <a:ext cx="2032433" cy="1189845"/>
      </dsp:txXfrm>
    </dsp:sp>
    <dsp:sp modelId="{9734C958-4B8D-4610-B11D-D1BEABFD897A}">
      <dsp:nvSpPr>
        <dsp:cNvPr id="0" name=""/>
        <dsp:cNvSpPr/>
      </dsp:nvSpPr>
      <dsp:spPr>
        <a:xfrm rot="5400000">
          <a:off x="9681936" y="1982790"/>
          <a:ext cx="446571" cy="52240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-5400000">
        <a:off x="9748501" y="2020707"/>
        <a:ext cx="313442" cy="312600"/>
      </dsp:txXfrm>
    </dsp:sp>
    <dsp:sp modelId="{D07FB7D9-2EBA-42AB-8A17-C01A8B9F03B2}">
      <dsp:nvSpPr>
        <dsp:cNvPr id="0" name=""/>
        <dsp:cNvSpPr/>
      </dsp:nvSpPr>
      <dsp:spPr>
        <a:xfrm>
          <a:off x="8851988" y="2677924"/>
          <a:ext cx="2106469" cy="12638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LLM Evaluation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Gather evidence and data to form recommended action</a:t>
          </a:r>
          <a:endParaRPr lang="en-US" sz="1200" kern="1200" dirty="0"/>
        </a:p>
      </dsp:txBody>
      <dsp:txXfrm>
        <a:off x="8889006" y="2714942"/>
        <a:ext cx="2032433" cy="1189845"/>
      </dsp:txXfrm>
    </dsp:sp>
    <dsp:sp modelId="{C7735B46-5E82-42F2-93BC-ED36193C7376}">
      <dsp:nvSpPr>
        <dsp:cNvPr id="0" name=""/>
        <dsp:cNvSpPr/>
      </dsp:nvSpPr>
      <dsp:spPr>
        <a:xfrm rot="10800000">
          <a:off x="8220047" y="3048663"/>
          <a:ext cx="446571" cy="52240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10800000">
        <a:off x="8354018" y="3153144"/>
        <a:ext cx="312600" cy="313442"/>
      </dsp:txXfrm>
    </dsp:sp>
    <dsp:sp modelId="{5523AAB5-DF0F-4913-B06B-B05BB8A6A603}">
      <dsp:nvSpPr>
        <dsp:cNvPr id="0" name=""/>
        <dsp:cNvSpPr/>
      </dsp:nvSpPr>
      <dsp:spPr>
        <a:xfrm>
          <a:off x="5902931" y="2677924"/>
          <a:ext cx="2106469" cy="12638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Recommendation</a:t>
          </a:r>
        </a:p>
      </dsp:txBody>
      <dsp:txXfrm>
        <a:off x="5939949" y="2714942"/>
        <a:ext cx="2032433" cy="1189845"/>
      </dsp:txXfrm>
    </dsp:sp>
    <dsp:sp modelId="{D6F5D389-F88A-4CF1-9EBB-3FD213DBAF9A}">
      <dsp:nvSpPr>
        <dsp:cNvPr id="0" name=""/>
        <dsp:cNvSpPr/>
      </dsp:nvSpPr>
      <dsp:spPr>
        <a:xfrm rot="10800000">
          <a:off x="5270990" y="3048663"/>
          <a:ext cx="446571" cy="52240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10800000">
        <a:off x="5404961" y="3153144"/>
        <a:ext cx="312600" cy="313442"/>
      </dsp:txXfrm>
    </dsp:sp>
    <dsp:sp modelId="{4EEB18EC-9F18-47E4-97CF-8F0877C44B37}">
      <dsp:nvSpPr>
        <dsp:cNvPr id="0" name=""/>
        <dsp:cNvSpPr/>
      </dsp:nvSpPr>
      <dsp:spPr>
        <a:xfrm>
          <a:off x="2953874" y="2677924"/>
          <a:ext cx="2106469" cy="12638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Human Review</a:t>
          </a:r>
        </a:p>
      </dsp:txBody>
      <dsp:txXfrm>
        <a:off x="2990892" y="2714942"/>
        <a:ext cx="2032433" cy="118984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F290A0-025F-4BC7-92BD-6200639FC9D5}">
      <dsp:nvSpPr>
        <dsp:cNvPr id="0" name=""/>
        <dsp:cNvSpPr/>
      </dsp:nvSpPr>
      <dsp:spPr>
        <a:xfrm>
          <a:off x="0" y="415135"/>
          <a:ext cx="10963275" cy="2557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0872" tIns="583184" rIns="850872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Python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Langraph</a:t>
          </a:r>
          <a:endParaRPr lang="en-US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LLM (gemini/open router) for testing</a:t>
          </a:r>
          <a:endParaRPr lang="en-US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 err="1"/>
            <a:t>Streamlit</a:t>
          </a:r>
          <a:r>
            <a:rPr lang="en-US" sz="2800" kern="1200" dirty="0"/>
            <a:t> (for POC </a:t>
          </a:r>
          <a:r>
            <a:rPr lang="en-US" sz="2800" kern="1200"/>
            <a:t>demo)</a:t>
          </a:r>
          <a:endParaRPr lang="en-US" sz="2800" kern="1200" dirty="0"/>
        </a:p>
      </dsp:txBody>
      <dsp:txXfrm>
        <a:off x="0" y="415135"/>
        <a:ext cx="10963275" cy="2557800"/>
      </dsp:txXfrm>
    </dsp:sp>
    <dsp:sp modelId="{A1DCE4D7-9712-49FD-995B-93460D25130C}">
      <dsp:nvSpPr>
        <dsp:cNvPr id="0" name=""/>
        <dsp:cNvSpPr/>
      </dsp:nvSpPr>
      <dsp:spPr>
        <a:xfrm>
          <a:off x="548163" y="1855"/>
          <a:ext cx="7674292" cy="826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0070" tIns="0" rIns="29007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POC tech used</a:t>
          </a:r>
        </a:p>
      </dsp:txBody>
      <dsp:txXfrm>
        <a:off x="588512" y="42204"/>
        <a:ext cx="7593594" cy="745862"/>
      </dsp:txXfrm>
    </dsp:sp>
    <dsp:sp modelId="{9A6CE3FC-08E2-426D-92DE-8080FB5052D0}">
      <dsp:nvSpPr>
        <dsp:cNvPr id="0" name=""/>
        <dsp:cNvSpPr/>
      </dsp:nvSpPr>
      <dsp:spPr>
        <a:xfrm>
          <a:off x="0" y="3537416"/>
          <a:ext cx="10963275" cy="2116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0872" tIns="583184" rIns="850872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Frontend Framework (React/Vue)</a:t>
          </a:r>
          <a:endParaRPr lang="en-US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Fast API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Docker</a:t>
          </a:r>
          <a:endParaRPr lang="en-US" sz="2800" kern="1200" dirty="0"/>
        </a:p>
      </dsp:txBody>
      <dsp:txXfrm>
        <a:off x="0" y="3537416"/>
        <a:ext cx="10963275" cy="2116800"/>
      </dsp:txXfrm>
    </dsp:sp>
    <dsp:sp modelId="{B5505CE7-5692-45A1-B4E1-1045735D77C3}">
      <dsp:nvSpPr>
        <dsp:cNvPr id="0" name=""/>
        <dsp:cNvSpPr/>
      </dsp:nvSpPr>
      <dsp:spPr>
        <a:xfrm>
          <a:off x="548163" y="3124136"/>
          <a:ext cx="7674292" cy="826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0070" tIns="0" rIns="29007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Future Ideas</a:t>
          </a:r>
        </a:p>
      </dsp:txBody>
      <dsp:txXfrm>
        <a:off x="588512" y="3164485"/>
        <a:ext cx="7593594" cy="7458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0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tNode1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dk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42" y="97104"/>
            <a:ext cx="4134357" cy="3331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492488"/>
            <a:ext cx="3349751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73880" y="0"/>
            <a:ext cx="78181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6644" y="6338703"/>
            <a:ext cx="219669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383669" y="6338703"/>
            <a:ext cx="1392578" cy="365125"/>
          </a:xfrm>
        </p:spPr>
        <p:txBody>
          <a:bodyPr/>
          <a:lstStyle/>
          <a:p>
            <a:fld id="{6A1F326A-B7C5-4064-A081-E206CE99019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776247" y="6342301"/>
            <a:ext cx="429207" cy="365125"/>
          </a:xfrm>
        </p:spPr>
        <p:txBody>
          <a:bodyPr/>
          <a:lstStyle/>
          <a:p>
            <a:fld id="{ED05D628-7E13-4AFA-989F-50EE43250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3535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09862"/>
            <a:ext cx="10963656" cy="451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F326A-B7C5-4064-A081-E206CE99019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5D628-7E13-4AFA-989F-50EE43250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296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888410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88841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7424272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343955"/>
            <a:ext cx="2100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67853" y="6343955"/>
            <a:ext cx="14751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A1F326A-B7C5-4064-A081-E206CE99019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066" y="6343955"/>
            <a:ext cx="429207" cy="365125"/>
          </a:xfrm>
        </p:spPr>
        <p:txBody>
          <a:bodyPr/>
          <a:lstStyle/>
          <a:p>
            <a:fld id="{ED05D628-7E13-4AFA-989F-50EE43250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7033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1143000"/>
            <a:ext cx="8683753" cy="309514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4498848"/>
            <a:ext cx="6881457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6343955"/>
            <a:ext cx="2875064" cy="365125"/>
          </a:xfrm>
        </p:spPr>
        <p:txBody>
          <a:bodyPr/>
          <a:lstStyle/>
          <a:p>
            <a:fld id="{6A1F326A-B7C5-4064-A081-E206CE99019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5D628-7E13-4AFA-989F-50EE43250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162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C53C90-8C33-0C80-CBD4-B3BEE604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58" y="1869103"/>
            <a:ext cx="9337042" cy="4906929"/>
          </a:xfrm>
        </p:spPr>
        <p:txBody>
          <a:bodyPr>
            <a:normAutofit/>
          </a:bodyPr>
          <a:lstStyle>
            <a:lvl1pPr>
              <a:defRPr sz="7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6A1F326A-B7C5-4064-A081-E206CE99019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ED05D628-7E13-4AFA-989F-50EE43250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6724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11" y="105196"/>
            <a:ext cx="9023561" cy="2113392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F326A-B7C5-4064-A081-E206CE99019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5D628-7E13-4AFA-989F-50EE43250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233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1011" y="73742"/>
            <a:ext cx="6863496" cy="2220726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4565591" cy="68580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88000" y="2726267"/>
            <a:ext cx="5916507" cy="343678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88000" y="6343955"/>
            <a:ext cx="298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/>
          <a:lstStyle/>
          <a:p>
            <a:fld id="{6A1F326A-B7C5-4064-A081-E206CE99019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ED05D628-7E13-4AFA-989F-50EE43250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830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388700"/>
            <a:ext cx="3923455" cy="408358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1389134"/>
            <a:ext cx="6045390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F326A-B7C5-4064-A081-E206CE99019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5D628-7E13-4AFA-989F-50EE43250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565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F326A-B7C5-4064-A081-E206CE99019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5D628-7E13-4AFA-989F-50EE43250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919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011" y="612648"/>
            <a:ext cx="6426389" cy="1143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368" y="1978488"/>
            <a:ext cx="6418935" cy="4285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010" y="6343955"/>
            <a:ext cx="336490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/>
          <a:lstStyle/>
          <a:p>
            <a:fld id="{6A1F326A-B7C5-4064-A081-E206CE99019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ED05D628-7E13-4AFA-989F-50EE43250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07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8" y="474177"/>
            <a:ext cx="6950232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1627632"/>
            <a:ext cx="6950232" cy="4686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8" y="6343955"/>
            <a:ext cx="342290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/>
          <a:lstStyle/>
          <a:p>
            <a:fld id="{6A1F326A-B7C5-4064-A081-E206CE99019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ED05D628-7E13-4AFA-989F-50EE43250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8376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75488"/>
            <a:ext cx="6858000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627632"/>
            <a:ext cx="6858000" cy="4535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/>
          <a:lstStyle/>
          <a:p>
            <a:fld id="{6A1F326A-B7C5-4064-A081-E206CE99019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/>
          <a:lstStyle/>
          <a:p>
            <a:fld id="{ED05D628-7E13-4AFA-989F-50EE43250940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092017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20623"/>
            <a:ext cx="4494189" cy="13258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975104"/>
            <a:ext cx="4494063" cy="4156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3651" y="6343955"/>
            <a:ext cx="1573037" cy="365125"/>
          </a:xfrm>
        </p:spPr>
        <p:txBody>
          <a:bodyPr/>
          <a:lstStyle/>
          <a:p>
            <a:fld id="{6A1F326A-B7C5-4064-A081-E206CE99019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6658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D05D628-7E13-4AFA-989F-50EE43250940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724417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429768"/>
            <a:ext cx="3657600" cy="166722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3" y="2315569"/>
            <a:ext cx="3657600" cy="3814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3447" y="6343955"/>
            <a:ext cx="949766" cy="365125"/>
          </a:xfrm>
        </p:spPr>
        <p:txBody>
          <a:bodyPr/>
          <a:lstStyle/>
          <a:p>
            <a:fld id="{6A1F326A-B7C5-4064-A081-E206CE99019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653213" y="6343955"/>
            <a:ext cx="429207" cy="365125"/>
          </a:xfrm>
        </p:spPr>
        <p:txBody>
          <a:bodyPr/>
          <a:lstStyle/>
          <a:p>
            <a:fld id="{ED05D628-7E13-4AFA-989F-50EE43250940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95088" y="0"/>
            <a:ext cx="729691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08345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929554"/>
            <a:ext cx="2699254" cy="185894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343955"/>
            <a:ext cx="140446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A1F326A-B7C5-4064-A081-E206CE99019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ED05D628-7E13-4AFA-989F-50EE43250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3379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162318"/>
            <a:ext cx="3044954" cy="1892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4162318"/>
            <a:ext cx="7460029" cy="20915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F326A-B7C5-4064-A081-E206CE99019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5D628-7E13-4AFA-989F-50EE43250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1141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12398"/>
            <a:ext cx="4637269" cy="420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422D5-19BC-1CA0-FD0B-D86260BAA3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37221" y="1912938"/>
            <a:ext cx="5741992" cy="422433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/>
          <a:lstStyle/>
          <a:p>
            <a:fld id="{6A1F326A-B7C5-4064-A081-E206CE99019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/>
          <a:lstStyle/>
          <a:p>
            <a:fld id="{ED05D628-7E13-4AFA-989F-50EE43250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9490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6802"/>
            <a:ext cx="4672584" cy="12694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0468" y="2173850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63" y="732155"/>
            <a:ext cx="5676838" cy="5405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F326A-B7C5-4064-A081-E206CE99019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5D628-7E13-4AFA-989F-50EE43250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2069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484094"/>
            <a:ext cx="10543032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A1F326A-B7C5-4064-A081-E206CE99019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D05D628-7E13-4AFA-989F-50EE43250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2137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264" y="42335"/>
            <a:ext cx="11517039" cy="61722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/>
            </a:lvl1pPr>
            <a:lvl2pPr marL="228600" indent="0">
              <a:lnSpc>
                <a:spcPct val="90000"/>
              </a:lnSpc>
              <a:buNone/>
              <a:defRPr sz="7200" b="1"/>
            </a:lvl2pPr>
            <a:lvl3pPr marL="457200" indent="0">
              <a:lnSpc>
                <a:spcPct val="90000"/>
              </a:lnSpc>
              <a:buNone/>
              <a:defRPr sz="66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54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F326A-B7C5-4064-A081-E206CE99019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5D628-7E13-4AFA-989F-50EE43250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6148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9200"/>
            <a:ext cx="9198864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3324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F326A-B7C5-4064-A081-E206CE99019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5D628-7E13-4AFA-989F-50EE43250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2158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741152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8563" y="1825625"/>
            <a:ext cx="507523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F326A-B7C5-4064-A081-E206CE99019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5D628-7E13-4AFA-989F-50EE43250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6336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12064"/>
            <a:ext cx="10745788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387600"/>
            <a:ext cx="5075238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0468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832" y="2387600"/>
            <a:ext cx="5075556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F326A-B7C5-4064-A081-E206CE99019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5D628-7E13-4AFA-989F-50EE43250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6037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963656" cy="96926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F326A-B7C5-4064-A081-E206CE99019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5D628-7E13-4AFA-989F-50EE43250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5311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F326A-B7C5-4064-A081-E206CE99019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5D628-7E13-4AFA-989F-50EE43250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2748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" y="89808"/>
            <a:ext cx="11462003" cy="2514600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118757"/>
            <a:ext cx="10963528" cy="2620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F326A-B7C5-4064-A081-E206CE99019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5D628-7E13-4AFA-989F-50EE43250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3238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60800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F326A-B7C5-4064-A081-E206CE99019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5D628-7E13-4AFA-989F-50EE43250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717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4649"/>
            <a:ext cx="10963655" cy="972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09862"/>
            <a:ext cx="10963656" cy="4513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A1F326A-B7C5-4064-A081-E206CE99019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D05D628-7E13-4AFA-989F-50EE43250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859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  <p:sldLayoutId id="2147483803" r:id="rId13"/>
    <p:sldLayoutId id="2147483804" r:id="rId14"/>
    <p:sldLayoutId id="2147483805" r:id="rId15"/>
    <p:sldLayoutId id="2147483806" r:id="rId16"/>
    <p:sldLayoutId id="2147483807" r:id="rId17"/>
    <p:sldLayoutId id="2147483808" r:id="rId18"/>
    <p:sldLayoutId id="2147483809" r:id="rId19"/>
    <p:sldLayoutId id="2147483810" r:id="rId20"/>
    <p:sldLayoutId id="2147483811" r:id="rId21"/>
    <p:sldLayoutId id="2147483812" r:id="rId22"/>
    <p:sldLayoutId id="2147483813" r:id="rId23"/>
    <p:sldLayoutId id="2147483814" r:id="rId24"/>
    <p:sldLayoutId id="2147483815" r:id="rId25"/>
    <p:sldLayoutId id="2147483816" r:id="rId26"/>
    <p:sldLayoutId id="2147483817" r:id="rId27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7296">
          <p15:clr>
            <a:srgbClr val="F26B43"/>
          </p15:clr>
        </p15:guide>
        <p15:guide id="1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91A09-8408-7017-59B2-DA4BFC14E8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Agentic Logistics Operation — Scoping Pack &amp; POC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8C2CEA-F637-3E7C-FEE8-574FEF3EA2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Jeven Dale M. Marfil</a:t>
            </a:r>
          </a:p>
          <a:p>
            <a:endParaRPr lang="en-US" dirty="0"/>
          </a:p>
          <a:p>
            <a:r>
              <a:rPr lang="en-US" dirty="0" err="1"/>
              <a:t>Github</a:t>
            </a:r>
            <a:r>
              <a:rPr lang="en-US" dirty="0"/>
              <a:t> Repository: https://github.com/jevenmarfil/logistics-agent</a:t>
            </a:r>
          </a:p>
        </p:txBody>
      </p:sp>
    </p:spTree>
    <p:extLst>
      <p:ext uri="{BB962C8B-B14F-4D97-AF65-F5344CB8AC3E}">
        <p14:creationId xmlns:p14="http://schemas.microsoft.com/office/powerpoint/2010/main" val="2239437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1897306-325F-3BDD-1BF7-AC44548CC1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77931534"/>
              </p:ext>
            </p:extLst>
          </p:nvPr>
        </p:nvGraphicFramePr>
        <p:xfrm>
          <a:off x="838200" y="365125"/>
          <a:ext cx="10515600" cy="57979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18169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A0CF1-F6B7-D810-0022-6E69FC647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Idea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817BBAF-EC7E-0021-A1A4-3DE4D76ECF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5498203"/>
              </p:ext>
            </p:extLst>
          </p:nvPr>
        </p:nvGraphicFramePr>
        <p:xfrm>
          <a:off x="612775" y="1709738"/>
          <a:ext cx="10963275" cy="4513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61175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95ACF-2E64-C1C3-0283-E55BE2242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 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6B1704E-15A0-7DF3-D5DC-9248BF7367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9431087"/>
              </p:ext>
            </p:extLst>
          </p:nvPr>
        </p:nvGraphicFramePr>
        <p:xfrm>
          <a:off x="612775" y="1709738"/>
          <a:ext cx="10963275" cy="4513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26090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F9ECC-1BEE-86CC-4BA5-E396DD9BC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Agentic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D24F6-6637-4215-7E14-86701310C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Weather Investigation</a:t>
            </a:r>
          </a:p>
          <a:p>
            <a:pPr lvl="1"/>
            <a:r>
              <a:rPr lang="en-US" dirty="0"/>
              <a:t>May add traffic and logistics info in the future</a:t>
            </a:r>
          </a:p>
          <a:p>
            <a:r>
              <a:rPr lang="en-US" dirty="0"/>
              <a:t>Data Investigation</a:t>
            </a:r>
          </a:p>
          <a:p>
            <a:pPr lvl="1"/>
            <a:r>
              <a:rPr lang="en-US" dirty="0"/>
              <a:t>Database access in the future</a:t>
            </a:r>
          </a:p>
          <a:p>
            <a:r>
              <a:rPr lang="en-US" dirty="0"/>
              <a:t>Shipment Assessment</a:t>
            </a:r>
          </a:p>
          <a:p>
            <a:pPr lvl="1"/>
            <a:r>
              <a:rPr lang="en-US" dirty="0"/>
              <a:t>Severity</a:t>
            </a:r>
          </a:p>
          <a:p>
            <a:pPr lvl="1"/>
            <a:r>
              <a:rPr lang="en-US" dirty="0"/>
              <a:t>Reasoning</a:t>
            </a:r>
          </a:p>
          <a:p>
            <a:pPr lvl="1"/>
            <a:r>
              <a:rPr lang="en-US" dirty="0"/>
              <a:t>Potential Cause</a:t>
            </a:r>
          </a:p>
          <a:p>
            <a:r>
              <a:rPr lang="en-US" dirty="0"/>
              <a:t>Recommendation</a:t>
            </a:r>
          </a:p>
          <a:p>
            <a:pPr lvl="1"/>
            <a:r>
              <a:rPr lang="en-US" dirty="0"/>
              <a:t>Smart routing</a:t>
            </a:r>
          </a:p>
          <a:p>
            <a:r>
              <a:rPr lang="en-US" dirty="0"/>
              <a:t>Human escalation</a:t>
            </a:r>
          </a:p>
          <a:p>
            <a:pPr lvl="1"/>
            <a:r>
              <a:rPr lang="en-US" dirty="0"/>
              <a:t>Simulate scenario where human review is needed</a:t>
            </a:r>
          </a:p>
        </p:txBody>
      </p:sp>
    </p:spTree>
    <p:extLst>
      <p:ext uri="{BB962C8B-B14F-4D97-AF65-F5344CB8AC3E}">
        <p14:creationId xmlns:p14="http://schemas.microsoft.com/office/powerpoint/2010/main" val="2758020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20F2D-6CCF-9551-2551-434C68501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POC Architecture Details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D0DA07F-1353-1E56-B4CE-F8EC36A651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7033252"/>
              </p:ext>
            </p:extLst>
          </p:nvPr>
        </p:nvGraphicFramePr>
        <p:xfrm>
          <a:off x="612775" y="1709738"/>
          <a:ext cx="10963275" cy="4513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01940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6E9330C-623D-67A2-1D01-CF341A9A37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3510990"/>
              </p:ext>
            </p:extLst>
          </p:nvPr>
        </p:nvGraphicFramePr>
        <p:xfrm>
          <a:off x="612775" y="566928"/>
          <a:ext cx="10963275" cy="56560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32732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F3A23-C4AC-F35D-41F0-702C674C9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Run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B98093-A154-26DF-F0F8-DE305A149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779" y="1535162"/>
            <a:ext cx="5834876" cy="29388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E0DCC9D-73EA-72F4-1FC4-885946FD1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489" y="1510348"/>
            <a:ext cx="2963686" cy="29636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60E9B73-3C95-7415-6269-2700463051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779" y="4767203"/>
            <a:ext cx="7616952" cy="1407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742372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B93026-B8A4-4FE9-8E48-8009734911E7}" vid="{E43B60F7-EC4F-4A08-AFF5-BDC94162E53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85</TotalTime>
  <Words>306</Words>
  <Application>Microsoft Office PowerPoint</Application>
  <PresentationFormat>Widescreen</PresentationFormat>
  <Paragraphs>78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Neue Haas Grotesk Text Pro</vt:lpstr>
      <vt:lpstr>Helena</vt:lpstr>
      <vt:lpstr>Agentic Logistics Operation — Scoping Pack &amp; POC</vt:lpstr>
      <vt:lpstr>PowerPoint Presentation</vt:lpstr>
      <vt:lpstr>Product Idea</vt:lpstr>
      <vt:lpstr>Scope </vt:lpstr>
      <vt:lpstr>Agentic Functions</vt:lpstr>
      <vt:lpstr>POC Architecture Details</vt:lpstr>
      <vt:lpstr>PowerPoint Presentation</vt:lpstr>
      <vt:lpstr>Sample Run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Jeven Dale Marfil</dc:creator>
  <cp:lastModifiedBy>Jeven Dale Marfil</cp:lastModifiedBy>
  <cp:revision>3</cp:revision>
  <dcterms:created xsi:type="dcterms:W3CDTF">2026-09-18T03:40:15Z</dcterms:created>
  <dcterms:modified xsi:type="dcterms:W3CDTF">2026-09-18T05:06:06Z</dcterms:modified>
</cp:coreProperties>
</file>